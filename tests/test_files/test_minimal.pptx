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presentationml.presentation.main+xml"/>
  <Override PartName="/ppt/slides/slide1.xml" ContentType="application/vnd.openxmlformats-presentationml.slide+xml"/>
  <Override PartName="/ppt/slideLayouts/slideLayout1.xml" ContentType="application/vnd.openxmlformats-presentationml.slideLayout+xml"/>
  <Override PartName="/ppt/slideMasters/slideMaster1.xml" ContentType="application/vnd.openxmlformats-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theme" Target="theme/theme1.xml"/>
</Relationships>
</file>

<file path=ppt/slideLayouts/slideLayout1.xml><?xml version="1.0" encoding="utf-8"?>
<p:sldLayout xmlns:p="http://schemas.openxmlformats.org/presentationml/2006/main" xmlns:a="http://schemas.openxmlformats.org/drawing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Masters/slideMaster1.xml><?xml version="1.0" encoding="UTF-8" standalone="yes"?>
<p:sldMaster xmlns:p="http://schemas.openxmlformats.org/presentationml/2006/main"
             xmlns:a="http://schemas.openxmlformats.org/drawingml/2006/main">
    <p:cSld>
        <p:spTree>
            <p:nvGrpSpPr>
                <p:cNvPr id="1" name=""/>
                <p:cNvGrpSpPr/>
                <p:nvPr/>
            </p:nvGrpSpPr>
            <p:grpSpPr>
                <a:xfrm>
                    <a:off x="0" y="0"/>
                    <a:ext cx="0" cy="0"/>
                    <a:chOff x="0" y="0"/>
                    <a:chExt cx="0" cy="0"/>
                </a:xfrm>
            </p:grpSpPr>
        </p:spTree>
    </p:cSld>
    <p:clrMap bg1="lt1" tx1="dk1" bg2="lt2" tx2="dk2" accent1="accent1" accent2="accent2" accent3="accent3" accent4="accent4" accent5="accent5" accent6="accent6" hlink="hlink" folHlink="folHlink"/>
    <p:sldLayoutIdLst>
        <p:sldLayoutId id="2147483649" r:id="rId1"/>
    </p:sldLayoutIdLst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Integration Test Subtitle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A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Paragraphs>2</Paragraphs>
  <Words>5</Words>
  <Characters>32</Characters>
  <CharactersWithSpaces>36</CharactersWithSpaces>
  <Lines>2</Lines>
  <Company>Test Company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creator>PowerPoint MCP Server Test</dc:creator>
  <cp:lastModifiedBy>Test</cp:lastModifiedBy>
  <cp:revision>1</cp:revision>
  <dcterms:created xsi:type="dcterms:W3CDTF">2024-01-01T12:00:00Z</dcterms:created>
  <dcterms:modified xsi:type="dcterms:W3CDTF">2024-01-01T12:00:00Z</dcterms:modified>
</cp:coreProperties>
</file>