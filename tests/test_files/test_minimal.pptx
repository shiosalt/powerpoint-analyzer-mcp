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Test 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Integration Test Subtitle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