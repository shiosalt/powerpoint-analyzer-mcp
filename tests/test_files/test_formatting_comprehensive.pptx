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Bold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0"/>
              <a:t>This is </a:t>
            </a:r>
            <a:r>
              <a:rPr b="1"/>
              <a:t>bold text</a:t>
            </a:r>
            <a:r>
              <a:rPr b="0"/>
              <a:t> and this is normal text.</a:t>
            </a:r>
          </a:p>
          <a:p>
            <a:r>
              <a:rPr b="1"/>
              <a:t>This entire paragraph is bold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Italic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contains </a:t>
            </a:r>
            <a:r>
              <a:rPr i="1"/>
              <a:t>italic formatting</a:t>
            </a:r>
            <a:r>
              <a:t> in the middle.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Underlined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u="sng"/>
              <a:t>underlined sections</a:t>
            </a:r>
            <a:r>
              <a:t> for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Mixed Formatting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b="1" i="1"/>
              <a:t>bold and italic</a:t>
            </a:r>
            <a:r>
              <a:t> formatting together.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Hyperlink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Visit </a:t>
            </a:r>
            <a:r>
              <a:t>our website</a:t>
            </a:r>
            <a:r>
              <a:t> for more 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Size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/>
              <a:t>Small text </a:t>
            </a:r>
            <a:r>
              <a:rPr sz="1400"/>
              <a:t>Medium text </a:t>
            </a:r>
            <a:r>
              <a:rPr sz="1800"/>
              <a:t>Large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Color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FF0000"/>
                </a:solidFill>
              </a:rPr>
              <a:t>Red text </a:t>
            </a:r>
            <a:r>
              <a:rPr>
                <a:solidFill>
                  <a:srgbClr val="0000FF"/>
                </a:solidFill>
              </a:rPr>
              <a:t>Blue text </a:t>
            </a:r>
            <a:r>
              <a:rPr>
                <a:solidFill>
                  <a:srgbClr val="00FF00"/>
                </a:solidFill>
              </a:rPr>
              <a:t>Green 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