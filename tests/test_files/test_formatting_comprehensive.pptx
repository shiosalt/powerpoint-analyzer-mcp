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234B15FF-ED84-4EF1-8C07-A333BE2779FC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  <p14:section name="highlighted_section" id="{22F9322E-043E-490B-AFDB-FFD7E64DEDFF}">
          <p14:sldIdLst>
            <p14:sldId id="263"/>
            <p14:sldId id="264"/>
          </p14:sldIdLst>
        </p14:section>
        <p14:section name="this is table section" id="{CE21AA40-69BB-454F-874D-E803C0BB72C9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1" d="100"/>
          <a:sy n="51" d="100"/>
        </p:scale>
        <p:origin x="1320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Bold Text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b="0"/>
              <a:t>This is </a:t>
            </a:r>
            <a:r>
              <a:rPr b="1"/>
              <a:t>bold text</a:t>
            </a:r>
            <a:r>
              <a:rPr b="0"/>
              <a:t> and this is normal text.</a:t>
            </a:r>
          </a:p>
          <a:p>
            <a:r>
              <a:rPr b="1"/>
              <a:t>This entire paragraph is bold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Italic Text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text contains </a:t>
            </a:r>
            <a:r>
              <a:rPr i="1"/>
              <a:t>italic formatting</a:t>
            </a:r>
            <a:r>
              <a:t> in the middle.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Underlined Text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text has </a:t>
            </a:r>
            <a:r>
              <a:rPr u="sng"/>
              <a:t>underlined sections</a:t>
            </a:r>
            <a:r>
              <a:t> for testing.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Mixed Formatting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text has </a:t>
            </a:r>
            <a:r>
              <a:rPr b="1" i="1"/>
              <a:t>bold and italic</a:t>
            </a:r>
            <a:r>
              <a:t> formatting together.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Hyperlink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Visit our website for more information.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Font Size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000"/>
              <a:t>Small text </a:t>
            </a:r>
            <a:r>
              <a:rPr sz="1400"/>
              <a:t>Medium text </a:t>
            </a:r>
            <a:r>
              <a:rPr sz="1800"/>
              <a:t>Large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Font Color Test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>
                <a:solidFill>
                  <a:srgbClr val="FF0000"/>
                </a:solidFill>
              </a:rPr>
              <a:t>Red text </a:t>
            </a:r>
            <a:r>
              <a:rPr>
                <a:solidFill>
                  <a:srgbClr val="0000FF"/>
                </a:solidFill>
              </a:rPr>
              <a:t>Blue text </a:t>
            </a:r>
            <a:r>
              <a:rPr>
                <a:solidFill>
                  <a:srgbClr val="00FF00"/>
                </a:solidFill>
              </a:rPr>
              <a:t>Green text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6B9C3D4-4E2B-6A66-F3E8-90CB76B89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highlighted text test slides </a:t>
            </a:r>
            <a:endParaRPr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BD53647-4E47-D351-95F7-B2209DBF01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ja-JP" dirty="0"/>
              <a:t>this is </a:t>
            </a:r>
            <a:r>
              <a:rPr lang="en-US" altLang="ja-JP" dirty="0">
                <a:highlight>
                  <a:srgbClr val="FFFF00"/>
                </a:highlight>
              </a:rPr>
              <a:t>Highlighted</a:t>
            </a:r>
            <a:r>
              <a:rPr lang="en-US" altLang="ja-JP" dirty="0"/>
              <a:t> text.</a:t>
            </a:r>
          </a:p>
          <a:p>
            <a:endParaRPr lang="en-US" altLang="ja-JP" dirty="0"/>
          </a:p>
          <a:p>
            <a:r>
              <a:rPr lang="en-US" altLang="ja-JP" dirty="0"/>
              <a:t>this is </a:t>
            </a:r>
            <a:r>
              <a:rPr lang="en-US" altLang="ja-JP" dirty="0">
                <a:highlight>
                  <a:srgbClr val="000080"/>
                </a:highlight>
              </a:rPr>
              <a:t>Highlighted</a:t>
            </a:r>
            <a:r>
              <a:rPr lang="en-US" altLang="ja-JP" dirty="0"/>
              <a:t> text too.</a:t>
            </a:r>
          </a:p>
          <a:p>
            <a:endParaRPr lang="ja-JP" alt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099EFC-C32C-BF76-F1DC-AFA26DC68B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strikethrough test slide</a:t>
            </a:r>
            <a:endParaRPr kumimoji="1" lang="ja-JP" altLang="en-US" dirty="0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072A46-F940-4873-4385-38CD32FD35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af-ZA" altLang="ja-JP" dirty="0"/>
              <a:t>this is a </a:t>
            </a:r>
            <a:r>
              <a:rPr kumimoji="1" lang="af-ZA" altLang="ja-JP" strike="sngStrike" dirty="0"/>
              <a:t>strikethroughed</a:t>
            </a:r>
            <a:r>
              <a:rPr kumimoji="1" lang="af-ZA" altLang="ja-JP" dirty="0"/>
              <a:t> text.</a:t>
            </a:r>
          </a:p>
          <a:p>
            <a:endParaRPr kumimoji="1" lang="en-US" altLang="ja-JP" dirty="0"/>
          </a:p>
          <a:p>
            <a:r>
              <a:rPr kumimoji="1" lang="af-ZA" altLang="ja-JP" dirty="0"/>
              <a:t>this is a </a:t>
            </a:r>
            <a:r>
              <a:rPr kumimoji="1" lang="af-ZA" altLang="ja-JP" strike="sngStrike" dirty="0"/>
              <a:t>strikethroughed</a:t>
            </a:r>
            <a:r>
              <a:rPr kumimoji="1" lang="af-ZA" altLang="ja-JP" dirty="0"/>
              <a:t> text,too.</a:t>
            </a:r>
          </a:p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40723121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4904031-FFA4-E606-7E01-9533B2A28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/>
              <a:t>table test slide</a:t>
            </a:r>
            <a:endParaRPr kumimoji="1" lang="ja-JP" altLang="en-US" dirty="0"/>
          </a:p>
        </p:txBody>
      </p:sp>
      <p:graphicFrame>
        <p:nvGraphicFramePr>
          <p:cNvPr id="4" name="コンテンツ プレースホルダー 3">
            <a:extLst>
              <a:ext uri="{FF2B5EF4-FFF2-40B4-BE49-F238E27FC236}">
                <a16:creationId xmlns:a16="http://schemas.microsoft.com/office/drawing/2014/main" id="{94CC4423-D757-B299-AE50-73FEADC0B47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30430397"/>
              </p:ext>
            </p:extLst>
          </p:nvPr>
        </p:nvGraphicFramePr>
        <p:xfrm>
          <a:off x="1676400" y="1920240"/>
          <a:ext cx="49377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1433644907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93110355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14334466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head1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head2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head3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909104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a3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89456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b3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413975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sz="2000" b="1" i="1" dirty="0">
                          <a:solidFill>
                            <a:srgbClr val="FF0000"/>
                          </a:solidFill>
                        </a:rPr>
                        <a:t>C1</a:t>
                      </a:r>
                      <a:endParaRPr kumimoji="1" lang="ja-JP" altLang="en-US" sz="2000" b="1" i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strike="sngStrike" dirty="0"/>
                        <a:t>C2</a:t>
                      </a:r>
                      <a:endParaRPr kumimoji="1" lang="ja-JP" altLang="en-US" sz="2000" b="1" i="1" strike="sngStrike" dirty="0"/>
                    </a:p>
                  </a:txBody>
                  <a:tcPr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2000" b="1" i="1" dirty="0">
                          <a:highlight>
                            <a:srgbClr val="FFFF00"/>
                          </a:highlight>
                        </a:rPr>
                        <a:t>C3</a:t>
                      </a:r>
                      <a:endParaRPr kumimoji="1" lang="ja-JP" altLang="en-US" sz="2000" b="1" i="1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66366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71454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</TotalTime>
  <Words>134</Words>
  <Application>Microsoft Office PowerPoint</Application>
  <PresentationFormat>画面に合わせる (4:3)</PresentationFormat>
  <Paragraphs>36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Bold Text Test Slide</vt:lpstr>
      <vt:lpstr>Italic Text Test Slide</vt:lpstr>
      <vt:lpstr>Underlined Text Test Slide</vt:lpstr>
      <vt:lpstr>Mixed Formatting Test Slide</vt:lpstr>
      <vt:lpstr>Hyperlink Test Slide</vt:lpstr>
      <vt:lpstr>Font Size Test Slide</vt:lpstr>
      <vt:lpstr>Font Color Test Slide</vt:lpstr>
      <vt:lpstr>highlighted text test slides </vt:lpstr>
      <vt:lpstr>strikethrough test slide</vt:lpstr>
      <vt:lpstr>table test slide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哲 潮村</cp:lastModifiedBy>
  <cp:revision>5</cp:revision>
  <dcterms:created xsi:type="dcterms:W3CDTF">2013-01-27T09:14:16Z</dcterms:created>
  <dcterms:modified xsi:type="dcterms:W3CDTF">2025-09-03T17:07:30Z</dcterms:modified>
  <cp:category/>
</cp:coreProperties>
</file>