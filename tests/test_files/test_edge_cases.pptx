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Complex Layout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Text box 1 with bold formatting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27432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Text box 2 with bold formatting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7432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Text box 3 with bold formatting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with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914400">
                <a:tc>
                  <a:txBody>
                    <a:bodyPr/>
                    <a:lstStyle/>
                    <a:p>
                      <a:r>
                        <a:rPr b="1"/>
                        <a:t>Cell 0,0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Cell 0,1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/>
                        <a:t>Cell 0,2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Cell 1,0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1,2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Cell 2,0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2,2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 Text Performance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rPr b="1"/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rPr b="1"/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rPr b="1"/>
              <a:t>a </a:t>
            </a:r>
            <a:r>
              <a:t>very </a:t>
            </a:r>
            <a:r>
              <a:t>long </a:t>
            </a:r>
            <a:r>
              <a:t>text </a:t>
            </a:r>
            <a:r>
              <a:t>This </a:t>
            </a:r>
            <a:r>
              <a:t>is </a:t>
            </a:r>
            <a:r>
              <a:t>a </a:t>
            </a:r>
            <a:r>
              <a:t>very </a:t>
            </a:r>
            <a:r>
              <a:t>long </a:t>
            </a:r>
            <a:r>
              <a:t>text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