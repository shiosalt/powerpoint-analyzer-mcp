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34066-9767-04EB-C93D-855F90F50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CEA622C-EF8C-BBD2-70A5-C3C0AE535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3E704-373F-0922-524E-9AA9D5B9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254437-55F6-3B38-BBD3-051B94EC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CCF2F-0AC1-491F-79B3-CDC7A5C0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32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45D1BB-E835-770D-D5B7-B51C8CB3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9DBC2B-FD86-9086-D558-3102BFE7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937B52-65B1-10F4-C564-49806A359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336344-05C2-FD59-EA8B-29A7BC92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75E647-CB42-82FA-F808-952D00A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244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1046EE-6BF4-DB3C-6C48-27351A7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12793E-40B0-3ACE-96D2-F26C25699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3A57C1-AA39-7CD8-E0B8-8892C829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F2554-5BCD-2240-0A1C-C4048928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611EAB-75DE-C33E-5838-56499AA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704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5BB96-5927-CDCA-B2BD-8EAFCAE7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92BEC1-4027-5BCE-7DC9-A689C98C4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292629-51D4-1BBD-A05E-B57E7CED1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7C4C37-EB11-6214-0270-50A7712D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313108-D745-4E7F-7BD5-CF6EB3E9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B0F815-E892-A4A2-2373-AE6920454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80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F4FE01-4089-7C54-D50E-8A0B14C1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86A033-919F-95DE-C83A-17CCB206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C8C750-4FBA-EDC1-AC31-6864D01DC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C7DE5D-E007-F400-C68C-6DC96937A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8CA314-9833-D46C-D50E-AA7A133B5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FE6F05-0792-DF4A-A323-D164C226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5399FCE-D1E0-0BBB-C84D-2BD62C49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1A3362-7FEA-664D-A290-BA30C8A2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04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430FB2-0533-28F5-C435-3BB17F9C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5767FF-AF56-CD2C-FBD9-2BB09FA8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EF3BDC-9C1E-42D2-7DC5-3280B57A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1C9CA0-597E-AB8F-6DC3-AC9194FA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62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5309B8-61C8-8362-008B-63CF1119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34342A0-0C4A-1487-24F4-31AC649D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F78506-B9E0-8726-7658-075E8115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3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AA382-9C94-858C-4CEC-98A1B7EC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B51BF6-6FE3-FDD7-21AF-C05FBDFFB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BC68A5-1E21-2AE5-4D40-44C195841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07515D-9D9D-911D-EDF1-D83C1414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C37161-A2FA-95B8-BD2B-8B3A1FD9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847748-EF20-D208-54FE-71D1F797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26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5891B0-DAFA-0A55-C611-0037216E2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1A97BF-08A1-92E8-A56F-5A137F2FD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F16265-71A6-8221-67A2-B04C60E62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B02697-0C2A-44C3-FFEB-B9070B17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7B6D99-3504-8206-9732-A942B076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5593B1-8B15-3AC3-78EA-C58F8C30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88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6BA924-2044-953D-855C-801492AF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8A02D5-1D76-4BE6-C62E-27A9D23A7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DD5F8F-3F0A-9530-CA10-D4597146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AEEF59-66E1-1AB5-F9DB-6CD136CF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F25D7C-F17A-C749-21C0-32C75340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51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2998D1-AA51-BA82-7DB8-1678B1573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EE8C50-C85D-8394-1229-9E7444228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59C100-9D65-AF43-3C18-98E0C779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415D79-518B-BE30-DB22-A59CF3D8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ED6EBC-DFF3-2B01-C769-A7BE9C0D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95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1E27BE-4B7F-C7AB-725A-F559CE5A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47E1BE-AA85-8687-AE76-7C33651AF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29E300-650A-7B47-73AD-1BAF694F8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B923E-DDA1-4FDF-B59B-1A98E6B8BCA5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94BE92-DDE4-8D74-8F50-3BB42DE16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AA1FCE-1A25-C64E-48BD-BE4C3EC2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44622-B986-478C-8E71-ECEB14264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41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8A1127-0DC9-FC3D-FA4F-2C8BBC90B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サンプルのタイトル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E1260B-CB03-BB05-2E34-B2BFEB98D8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サンプルのサブタイトル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3479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8131E-ABD3-2EB0-792C-F7AA61A1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２ページ名の</a:t>
            </a:r>
            <a:r>
              <a:rPr kumimoji="1" lang="ja-JP" altLang="en-US" b="1" dirty="0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DDDF27-85AA-8405-103C-00446B14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FF0000"/>
                </a:solidFill>
              </a:rPr>
              <a:t>赤い文字</a:t>
            </a:r>
            <a:r>
              <a:rPr lang="ja-JP" altLang="en-US" dirty="0">
                <a:solidFill>
                  <a:srgbClr val="0070C0"/>
                </a:solidFill>
              </a:rPr>
              <a:t>青い文字</a:t>
            </a:r>
            <a:endParaRPr kumimoji="1" lang="en-US" altLang="ja-JP" dirty="0">
              <a:solidFill>
                <a:srgbClr val="0070C0"/>
              </a:solidFill>
            </a:endParaRPr>
          </a:p>
          <a:p>
            <a:r>
              <a:rPr kumimoji="1" lang="ja-JP" altLang="en-US" b="1" dirty="0"/>
              <a:t>強調</a:t>
            </a:r>
            <a:endParaRPr kumimoji="1" lang="en-US" altLang="ja-JP" b="1" dirty="0"/>
          </a:p>
          <a:p>
            <a:r>
              <a:rPr lang="ja-JP" altLang="en-US" i="1" dirty="0"/>
              <a:t>イタリック</a:t>
            </a:r>
            <a:endParaRPr kumimoji="1" lang="en-US" altLang="ja-JP" i="1" dirty="0"/>
          </a:p>
          <a:p>
            <a:r>
              <a:rPr lang="ja-JP" altLang="en-US" u="sng" dirty="0"/>
              <a:t>アンダーバー</a:t>
            </a:r>
            <a:endParaRPr lang="en-US" altLang="ja-JP" u="sng" dirty="0"/>
          </a:p>
          <a:p>
            <a:r>
              <a:rPr kumimoji="1" lang="ja-JP" altLang="en-US" strike="sngStrike" dirty="0"/>
              <a:t>取り消し</a:t>
            </a:r>
            <a:endParaRPr kumimoji="1" lang="en-US" altLang="ja-JP" strike="sngStrike" dirty="0"/>
          </a:p>
          <a:p>
            <a:r>
              <a:rPr lang="ja-JP" altLang="en-US" dirty="0">
                <a:highlight>
                  <a:srgbClr val="FFFF00"/>
                </a:highlight>
              </a:rPr>
              <a:t>ハイライト</a:t>
            </a:r>
            <a:r>
              <a:rPr lang="ja-JP" altLang="en-US" dirty="0"/>
              <a:t>があります</a:t>
            </a:r>
            <a:endParaRPr lang="en-US" altLang="ja-JP" dirty="0"/>
          </a:p>
          <a:p>
            <a:r>
              <a:rPr kumimoji="1" lang="ja-JP" altLang="en-US" b="1" i="1" u="sng" strike="sngStrike" dirty="0">
                <a:solidFill>
                  <a:srgbClr val="FF0000"/>
                </a:solidFill>
                <a:highlight>
                  <a:srgbClr val="FFFF00"/>
                </a:highlight>
              </a:rPr>
              <a:t>ここ</a:t>
            </a:r>
            <a:r>
              <a:rPr kumimoji="1" lang="ja-JP" altLang="en-US" b="1" i="1" strike="sngStrike" dirty="0">
                <a:solidFill>
                  <a:srgbClr val="FF0000"/>
                </a:solidFill>
                <a:highlight>
                  <a:srgbClr val="FFFF00"/>
                </a:highlight>
              </a:rPr>
              <a:t>に</a:t>
            </a:r>
            <a:r>
              <a:rPr kumimoji="1" lang="ja-JP" altLang="en-US" i="1" strike="sngStrike" dirty="0">
                <a:solidFill>
                  <a:srgbClr val="FF0000"/>
                </a:solidFill>
                <a:highlight>
                  <a:srgbClr val="FFFF00"/>
                </a:highlight>
              </a:rPr>
              <a:t>は</a:t>
            </a:r>
            <a:r>
              <a:rPr kumimoji="1" lang="ja-JP" altLang="en-US" b="1" i="1" u="sng" dirty="0">
                <a:solidFill>
                  <a:srgbClr val="FF0000"/>
                </a:solidFill>
                <a:highlight>
                  <a:srgbClr val="FFFF00"/>
                </a:highlight>
              </a:rPr>
              <a:t>多重</a:t>
            </a:r>
            <a:r>
              <a:rPr kumimoji="1" lang="ja-JP" alt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に</a:t>
            </a:r>
            <a:r>
              <a:rPr kumimoji="1" lang="ja-JP" altLang="en-US" b="1" i="1" u="sng" strike="sngStrike" dirty="0">
                <a:solidFill>
                  <a:srgbClr val="FF0000"/>
                </a:solidFill>
                <a:highlight>
                  <a:srgbClr val="FFFF00"/>
                </a:highlight>
              </a:rPr>
              <a:t>設定</a:t>
            </a:r>
            <a:r>
              <a:rPr kumimoji="1" lang="ja-JP" altLang="en-US" dirty="0"/>
              <a:t>されています。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71737E-A3D2-AA4C-F317-888C0D8108FE}"/>
              </a:ext>
            </a:extLst>
          </p:cNvPr>
          <p:cNvSpPr txBox="1"/>
          <p:nvPr/>
        </p:nvSpPr>
        <p:spPr>
          <a:xfrm>
            <a:off x="7221071" y="251460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テキストの</a:t>
            </a:r>
            <a:r>
              <a:rPr kumimoji="1" lang="ja-JP" altLang="en-US" b="1" dirty="0"/>
              <a:t>追加も</a:t>
            </a:r>
            <a:r>
              <a:rPr kumimoji="1" lang="ja-JP" altLang="en-US" dirty="0"/>
              <a:t>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27529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サンプルのタイトル</vt:lpstr>
      <vt:lpstr>２ページ名のタイトル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 潮村</dc:creator>
  <cp:lastModifiedBy>哲 潮村</cp:lastModifiedBy>
  <cp:revision>3</cp:revision>
  <dcterms:created xsi:type="dcterms:W3CDTF">2025-08-31T06:54:21Z</dcterms:created>
  <dcterms:modified xsi:type="dcterms:W3CDTF">2025-08-31T06:59:55Z</dcterms:modified>
</cp:coreProperties>
</file>