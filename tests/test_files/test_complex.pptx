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2E325A5B-8B8C-4C4C-8FD9-4B46ECE31D1C}">
          <p14:sldIdLst>
            <p14:sldId id="256"/>
          </p14:sldIdLst>
        </p14:section>
        <p14:section name="表確認" id="{F141BB36-9FA7-4051-B070-130F8EDADE1D}">
          <p14:sldIdLst>
            <p14:sldId id="257"/>
          </p14:sldIdLst>
        </p14:section>
        <p14:section name="複雑な書式" id="{2F0C431E-8C0E-4B77-970A-AA123AE3692E}">
          <p14:sldIdLst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282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DC03EE-A16A-4983-AD38-60C7934E273C}" type="datetimeFigureOut">
              <a:rPr kumimoji="1" lang="ja-JP" altLang="en-US" smtClean="0"/>
              <a:t>2025/9/2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00B331-84B6-4439-943C-4033C407041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665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ノート</a:t>
            </a:r>
            <a:r>
              <a:rPr kumimoji="1" lang="ja-JP" altLang="en-US" b="1" dirty="0"/>
              <a:t>にコメントも</a:t>
            </a:r>
            <a:r>
              <a:rPr kumimoji="1" lang="ja-JP" altLang="en-US" dirty="0">
                <a:highlight>
                  <a:srgbClr val="FFFF00"/>
                </a:highlight>
              </a:rPr>
              <a:t>記載</a:t>
            </a:r>
            <a:r>
              <a:rPr kumimoji="1" lang="ja-JP" altLang="en-US" dirty="0"/>
              <a:t>しました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00B331-84B6-4439-943C-4033C407041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51214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494A1-EABE-E8BE-FC1D-CCA53DD9D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4880F04-6BA0-9E37-A6AC-F43BD375D2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BD7F0BB-E795-7FE8-1638-B2A9A3F8E6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ノート</a:t>
            </a:r>
            <a:r>
              <a:rPr kumimoji="1" lang="ja-JP" altLang="en-US" b="1" dirty="0"/>
              <a:t>にコメントも</a:t>
            </a:r>
            <a:r>
              <a:rPr kumimoji="1" lang="ja-JP" altLang="en-US" dirty="0">
                <a:highlight>
                  <a:srgbClr val="FFFF00"/>
                </a:highlight>
              </a:rPr>
              <a:t>記載</a:t>
            </a:r>
            <a:r>
              <a:rPr kumimoji="1" lang="ja-JP" altLang="en-US" dirty="0"/>
              <a:t>しました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1AE73ED-5FBE-894A-99EC-A47EBE8B71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00B331-84B6-4439-943C-4033C407041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20158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www.google.com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google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Complex Test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Table</a:t>
            </a:r>
            <a:r>
              <a:rPr dirty="0"/>
              <a:t> Slide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0" y="1828800"/>
          <a:ext cx="3657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t>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Header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dirty="0"/>
                        <a:t>Data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dirty="0"/>
                        <a:t>Data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Data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le 2">
            <a:extLst>
              <a:ext uri="{FF2B5EF4-FFF2-40B4-BE49-F238E27FC236}">
                <a16:creationId xmlns:a16="http://schemas.microsoft.com/office/drawing/2014/main" id="{CE8DC5B9-0ADE-8A69-BE1F-48E90BB63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9422867"/>
              </p:ext>
            </p:extLst>
          </p:nvPr>
        </p:nvGraphicFramePr>
        <p:xfrm>
          <a:off x="1828800" y="4376058"/>
          <a:ext cx="3657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dirty="0"/>
                        <a:t>2nd </a:t>
                      </a:r>
                      <a:r>
                        <a:rPr dirty="0"/>
                        <a:t>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2nd </a:t>
                      </a:r>
                      <a:r>
                        <a:rPr dirty="0"/>
                        <a:t>Header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dirty="0"/>
                        <a:t>Data </a:t>
                      </a:r>
                      <a:r>
                        <a:rPr lang="en-US" dirty="0"/>
                        <a:t>2-</a:t>
                      </a:r>
                      <a:r>
                        <a:rPr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Data </a:t>
                      </a:r>
                      <a:r>
                        <a:rPr lang="en-US" dirty="0"/>
                        <a:t>2-</a:t>
                      </a:r>
                      <a:r>
                        <a:rPr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dirty="0"/>
                        <a:t>Data </a:t>
                      </a:r>
                      <a:r>
                        <a:rPr lang="en-US" altLang="ja-JP" dirty="0"/>
                        <a:t>2-</a:t>
                      </a:r>
                      <a:r>
                        <a:rPr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Data </a:t>
                      </a:r>
                      <a:r>
                        <a:rPr lang="en-US" altLang="ja-JP" dirty="0"/>
                        <a:t>2-</a:t>
                      </a:r>
                      <a:r>
                        <a:rPr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3A793-3D21-3135-79EE-BDC2331F7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5E419-C892-C104-43AA-2EF169285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b="1" dirty="0"/>
              <a:t>Text</a:t>
            </a:r>
            <a:r>
              <a:rPr lang="ja-JP" altLang="en-US" dirty="0"/>
              <a:t> </a:t>
            </a:r>
            <a:r>
              <a:rPr lang="en-US" altLang="ja-JP" dirty="0"/>
              <a:t>Slide</a:t>
            </a:r>
            <a:endParaRPr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2A80DDF-C833-FF25-4CCE-0C6190A91F07}"/>
              </a:ext>
            </a:extLst>
          </p:cNvPr>
          <p:cNvSpPr txBox="1"/>
          <p:nvPr/>
        </p:nvSpPr>
        <p:spPr>
          <a:xfrm>
            <a:off x="839247" y="1828800"/>
            <a:ext cx="7176965" cy="3016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latin typeface="+mn-ea"/>
              </a:rPr>
              <a:t>サンプルテキスト</a:t>
            </a:r>
            <a:endParaRPr kumimoji="1" lang="en-US" altLang="ja-JP" dirty="0">
              <a:latin typeface="+mn-ea"/>
            </a:endParaRPr>
          </a:p>
          <a:p>
            <a:r>
              <a:rPr kumimoji="1" lang="ja-JP" altLang="en-US" b="1" dirty="0">
                <a:latin typeface="+mn-ea"/>
              </a:rPr>
              <a:t>太字 </a:t>
            </a:r>
            <a:r>
              <a:rPr kumimoji="1" lang="en-US" altLang="ja-JP" b="1" dirty="0">
                <a:latin typeface="+mn-ea"/>
              </a:rPr>
              <a:t>(</a:t>
            </a:r>
            <a:r>
              <a:rPr kumimoji="1" lang="af-ZA" altLang="ja-JP" b="1" dirty="0">
                <a:latin typeface="+mn-ea"/>
              </a:rPr>
              <a:t>bolded) </a:t>
            </a:r>
            <a:r>
              <a:rPr kumimoji="1" lang="af-ZA" altLang="ja-JP" dirty="0">
                <a:latin typeface="+mn-ea"/>
              </a:rPr>
              <a:t>- int</a:t>
            </a:r>
            <a:r>
              <a:rPr kumimoji="1" lang="ja-JP" altLang="en-US" dirty="0">
                <a:latin typeface="+mn-ea"/>
              </a:rPr>
              <a:t>型カウンター</a:t>
            </a:r>
          </a:p>
          <a:p>
            <a:r>
              <a:rPr kumimoji="1" lang="ja-JP" altLang="en-US" i="1" dirty="0">
                <a:latin typeface="+mn-ea"/>
              </a:rPr>
              <a:t>斜体 </a:t>
            </a:r>
            <a:r>
              <a:rPr kumimoji="1" lang="en-US" altLang="ja-JP" i="1" dirty="0">
                <a:latin typeface="+mn-ea"/>
              </a:rPr>
              <a:t>(</a:t>
            </a:r>
            <a:r>
              <a:rPr kumimoji="1" lang="af-ZA" altLang="ja-JP" i="1" dirty="0">
                <a:latin typeface="+mn-ea"/>
              </a:rPr>
              <a:t>italic) </a:t>
            </a:r>
            <a:r>
              <a:rPr kumimoji="1" lang="af-ZA" altLang="ja-JP" dirty="0">
                <a:latin typeface="+mn-ea"/>
              </a:rPr>
              <a:t>- int</a:t>
            </a:r>
            <a:r>
              <a:rPr kumimoji="1" lang="ja-JP" altLang="en-US" dirty="0">
                <a:latin typeface="+mn-ea"/>
              </a:rPr>
              <a:t>型カウンター</a:t>
            </a:r>
          </a:p>
          <a:p>
            <a:r>
              <a:rPr kumimoji="1" lang="ja-JP" altLang="en-US" u="sng" dirty="0">
                <a:latin typeface="+mn-ea"/>
              </a:rPr>
              <a:t>下線 </a:t>
            </a:r>
            <a:r>
              <a:rPr kumimoji="1" lang="en-US" altLang="ja-JP" u="sng" dirty="0">
                <a:latin typeface="+mn-ea"/>
              </a:rPr>
              <a:t>(</a:t>
            </a:r>
            <a:r>
              <a:rPr kumimoji="1" lang="af-ZA" altLang="ja-JP" u="sng" dirty="0">
                <a:latin typeface="+mn-ea"/>
              </a:rPr>
              <a:t>underlined) </a:t>
            </a:r>
            <a:r>
              <a:rPr kumimoji="1" lang="af-ZA" altLang="ja-JP" dirty="0">
                <a:latin typeface="+mn-ea"/>
              </a:rPr>
              <a:t>- int</a:t>
            </a:r>
            <a:r>
              <a:rPr kumimoji="1" lang="ja-JP" altLang="en-US" dirty="0">
                <a:latin typeface="+mn-ea"/>
              </a:rPr>
              <a:t>型カウンター</a:t>
            </a:r>
          </a:p>
          <a:p>
            <a:r>
              <a:rPr kumimoji="1" lang="ja-JP" altLang="en-US" dirty="0">
                <a:highlight>
                  <a:srgbClr val="FFFF00"/>
                </a:highlight>
                <a:latin typeface="+mn-ea"/>
              </a:rPr>
              <a:t>ハイライト </a:t>
            </a:r>
            <a:r>
              <a:rPr kumimoji="1" lang="en-US" altLang="ja-JP" dirty="0">
                <a:highlight>
                  <a:srgbClr val="FFFF00"/>
                </a:highlight>
                <a:latin typeface="+mn-ea"/>
              </a:rPr>
              <a:t>(</a:t>
            </a:r>
            <a:r>
              <a:rPr kumimoji="1" lang="af-ZA" altLang="ja-JP" dirty="0">
                <a:highlight>
                  <a:srgbClr val="FFFF00"/>
                </a:highlight>
                <a:latin typeface="+mn-ea"/>
              </a:rPr>
              <a:t>highlighted) </a:t>
            </a:r>
            <a:r>
              <a:rPr kumimoji="1" lang="af-ZA" altLang="ja-JP" dirty="0">
                <a:latin typeface="+mn-ea"/>
              </a:rPr>
              <a:t>- int</a:t>
            </a:r>
            <a:r>
              <a:rPr kumimoji="1" lang="ja-JP" altLang="en-US" dirty="0">
                <a:latin typeface="+mn-ea"/>
              </a:rPr>
              <a:t>型カウンター</a:t>
            </a:r>
          </a:p>
          <a:p>
            <a:r>
              <a:rPr kumimoji="1" lang="ja-JP" altLang="en-US" strike="sngStrike" dirty="0">
                <a:latin typeface="+mn-ea"/>
              </a:rPr>
              <a:t>取り消し線 </a:t>
            </a:r>
            <a:r>
              <a:rPr kumimoji="1" lang="en-US" altLang="ja-JP" strike="sngStrike" dirty="0">
                <a:latin typeface="+mn-ea"/>
              </a:rPr>
              <a:t>(</a:t>
            </a:r>
            <a:r>
              <a:rPr kumimoji="1" lang="af-ZA" altLang="ja-JP" strike="sngStrike" dirty="0">
                <a:latin typeface="+mn-ea"/>
              </a:rPr>
              <a:t>strikethrough) </a:t>
            </a:r>
            <a:r>
              <a:rPr kumimoji="1" lang="af-ZA" altLang="ja-JP" dirty="0">
                <a:latin typeface="+mn-ea"/>
              </a:rPr>
              <a:t>- int</a:t>
            </a:r>
            <a:r>
              <a:rPr kumimoji="1" lang="ja-JP" altLang="en-US" dirty="0">
                <a:latin typeface="+mn-ea"/>
              </a:rPr>
              <a:t>型カウンター</a:t>
            </a:r>
          </a:p>
          <a:p>
            <a:r>
              <a:rPr kumimoji="1" lang="en-US" altLang="ja-JP" dirty="0">
                <a:latin typeface="+mn-ea"/>
                <a:hlinkClick r:id="rId3"/>
              </a:rPr>
              <a:t>http://localhost/</a:t>
            </a:r>
            <a:r>
              <a:rPr kumimoji="1" lang="en-US" altLang="ja-JP" dirty="0">
                <a:latin typeface="+mn-ea"/>
              </a:rPr>
              <a:t> </a:t>
            </a:r>
            <a:r>
              <a:rPr kumimoji="1" lang="ja-JP" altLang="en-US" dirty="0">
                <a:latin typeface="+mn-ea"/>
                <a:hlinkClick r:id="rId4"/>
              </a:rPr>
              <a:t>ハイパーリンク </a:t>
            </a:r>
            <a:r>
              <a:rPr kumimoji="1" lang="en-US" altLang="ja-JP" dirty="0">
                <a:latin typeface="+mn-ea"/>
              </a:rPr>
              <a:t>(</a:t>
            </a:r>
            <a:r>
              <a:rPr kumimoji="1" lang="af-ZA" altLang="ja-JP" dirty="0">
                <a:latin typeface="+mn-ea"/>
              </a:rPr>
              <a:t>hyperlinks) - List[str]</a:t>
            </a:r>
            <a:r>
              <a:rPr kumimoji="1" lang="ja-JP" altLang="en-US" dirty="0">
                <a:latin typeface="+mn-ea"/>
              </a:rPr>
              <a:t>型（</a:t>
            </a:r>
            <a:r>
              <a:rPr kumimoji="1" lang="af-ZA" altLang="ja-JP" dirty="0">
                <a:latin typeface="+mn-ea"/>
              </a:rPr>
              <a:t>URL</a:t>
            </a:r>
            <a:r>
              <a:rPr kumimoji="1" lang="ja-JP" altLang="en-US" dirty="0">
                <a:latin typeface="+mn-ea"/>
              </a:rPr>
              <a:t>のリスト）</a:t>
            </a:r>
          </a:p>
          <a:p>
            <a:r>
              <a:rPr kumimoji="1" lang="ja-JP" altLang="en-US" sz="2800" dirty="0">
                <a:latin typeface="+mn-ea"/>
              </a:rPr>
              <a:t>フォントサイズ </a:t>
            </a:r>
            <a:r>
              <a:rPr kumimoji="1" lang="en-US" altLang="ja-JP" sz="2800" dirty="0">
                <a:latin typeface="+mn-ea"/>
              </a:rPr>
              <a:t>(</a:t>
            </a:r>
            <a:r>
              <a:rPr kumimoji="1" lang="af-ZA" altLang="ja-JP" sz="2800" dirty="0">
                <a:latin typeface="+mn-ea"/>
              </a:rPr>
              <a:t>font_sizes) </a:t>
            </a:r>
            <a:r>
              <a:rPr kumimoji="1" lang="af-ZA" altLang="ja-JP" dirty="0">
                <a:latin typeface="+mn-ea"/>
              </a:rPr>
              <a:t>- List[</a:t>
            </a:r>
            <a:r>
              <a:rPr kumimoji="1" lang="af-ZA" altLang="ja-JP" sz="1050" strike="sngStrike" dirty="0">
                <a:latin typeface="+mn-ea"/>
              </a:rPr>
              <a:t>int</a:t>
            </a:r>
            <a:r>
              <a:rPr kumimoji="1" lang="af-ZA" altLang="ja-JP" sz="1050" dirty="0">
                <a:latin typeface="+mn-ea"/>
              </a:rPr>
              <a:t>float</a:t>
            </a:r>
            <a:r>
              <a:rPr kumimoji="1" lang="af-ZA" altLang="ja-JP" dirty="0">
                <a:latin typeface="+mn-ea"/>
              </a:rPr>
              <a:t>]</a:t>
            </a:r>
            <a:r>
              <a:rPr kumimoji="1" lang="ja-JP" altLang="en-US" dirty="0">
                <a:latin typeface="+mn-ea"/>
              </a:rPr>
              <a:t>型</a:t>
            </a:r>
          </a:p>
          <a:p>
            <a:r>
              <a:rPr kumimoji="1" lang="ja-JP" altLang="en-US" dirty="0">
                <a:solidFill>
                  <a:srgbClr val="FF0000"/>
                </a:solidFill>
                <a:latin typeface="+mn-ea"/>
              </a:rPr>
              <a:t>フォント色 </a:t>
            </a:r>
            <a:r>
              <a:rPr kumimoji="1" lang="en-US" altLang="ja-JP" dirty="0">
                <a:solidFill>
                  <a:schemeClr val="tx2"/>
                </a:solidFill>
                <a:latin typeface="+mn-ea"/>
              </a:rPr>
              <a:t>(</a:t>
            </a:r>
            <a:r>
              <a:rPr kumimoji="1" lang="af-ZA" altLang="ja-JP" dirty="0">
                <a:solidFill>
                  <a:schemeClr val="tx2"/>
                </a:solidFill>
                <a:latin typeface="+mn-ea"/>
              </a:rPr>
              <a:t>font_colors)</a:t>
            </a:r>
            <a:r>
              <a:rPr kumimoji="1" lang="af-ZA" altLang="ja-JP" dirty="0">
                <a:latin typeface="+mn-ea"/>
              </a:rPr>
              <a:t> - List[str]</a:t>
            </a:r>
            <a:r>
              <a:rPr kumimoji="1" lang="ja-JP" altLang="en-US" dirty="0">
                <a:latin typeface="+mn-ea"/>
              </a:rPr>
              <a:t>型</a:t>
            </a:r>
            <a:endParaRPr kumimoji="1" lang="en-US" altLang="ja-JP" dirty="0">
              <a:latin typeface="+mn-ea"/>
            </a:endParaRPr>
          </a:p>
          <a:p>
            <a:r>
              <a:rPr kumimoji="1" lang="ja-JP" altLang="en-US" b="1" i="1" u="sng" strike="sngStrike" dirty="0">
                <a:highlight>
                  <a:srgbClr val="FFFF00"/>
                </a:highlight>
                <a:latin typeface="+mn-ea"/>
              </a:rPr>
              <a:t>ご</a:t>
            </a:r>
            <a:r>
              <a:rPr kumimoji="1" lang="ja-JP" altLang="en-US" b="1" i="1" u="sng" strike="sngStrike" dirty="0">
                <a:solidFill>
                  <a:schemeClr val="tx2"/>
                </a:solidFill>
                <a:latin typeface="+mn-ea"/>
              </a:rPr>
              <a:t>ちゃま</a:t>
            </a:r>
            <a:r>
              <a:rPr kumimoji="1" lang="ja-JP" altLang="en-US" b="1" i="1" u="sng" strike="sngStrike" dirty="0">
                <a:highlight>
                  <a:srgbClr val="FFFF00"/>
                </a:highlight>
                <a:latin typeface="+mn-ea"/>
              </a:rPr>
              <a:t>ぜ</a:t>
            </a:r>
          </a:p>
        </p:txBody>
      </p:sp>
    </p:spTree>
    <p:extLst>
      <p:ext uri="{BB962C8B-B14F-4D97-AF65-F5344CB8AC3E}">
        <p14:creationId xmlns:p14="http://schemas.microsoft.com/office/powerpoint/2010/main" val="18156794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035665-19DC-D2ED-8B5D-7F5A95C1C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D421FE-4FD0-F21E-67B1-3268C6B77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</p:spPr>
        <p:txBody>
          <a:bodyPr anchor="b">
            <a:normAutofit/>
          </a:bodyPr>
          <a:lstStyle/>
          <a:p>
            <a:pPr algn="r"/>
            <a:r>
              <a:rPr lang="en-US" altLang="ja-JP" sz="3500" b="1">
                <a:solidFill>
                  <a:srgbClr val="FFFFFF"/>
                </a:solidFill>
              </a:rPr>
              <a:t>Text</a:t>
            </a:r>
            <a:r>
              <a:rPr lang="en-US" altLang="ja-JP" sz="3500">
                <a:solidFill>
                  <a:srgbClr val="FFFFFF"/>
                </a:solidFill>
              </a:rPr>
              <a:t> Slide 2nd</a:t>
            </a:r>
            <a:endParaRPr lang="en-US" sz="3500">
              <a:solidFill>
                <a:srgbClr val="FFFFFF"/>
              </a:solidFill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44E7261-6E1E-24E5-873E-7121EC578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7694" y="649480"/>
            <a:ext cx="4916510" cy="5546047"/>
          </a:xfrm>
        </p:spPr>
        <p:txBody>
          <a:bodyPr anchor="ctr">
            <a:normAutofit/>
          </a:bodyPr>
          <a:lstStyle/>
          <a:p>
            <a:r>
              <a:rPr kumimoji="1" lang="ja-JP" altLang="en-US" sz="1700" dirty="0">
                <a:latin typeface="+mn-ea"/>
              </a:rPr>
              <a:t>サンプルテキスト</a:t>
            </a:r>
            <a:endParaRPr kumimoji="1" lang="en-US" altLang="ja-JP" sz="1700" dirty="0">
              <a:latin typeface="+mn-ea"/>
            </a:endParaRPr>
          </a:p>
          <a:p>
            <a:r>
              <a:rPr kumimoji="1" lang="ja-JP" altLang="en-US" sz="1700" b="1" dirty="0">
                <a:latin typeface="+mn-ea"/>
              </a:rPr>
              <a:t>太字 </a:t>
            </a:r>
            <a:r>
              <a:rPr kumimoji="1" lang="en-US" altLang="ja-JP" sz="1700" b="1" dirty="0">
                <a:latin typeface="+mn-ea"/>
              </a:rPr>
              <a:t>(</a:t>
            </a:r>
            <a:r>
              <a:rPr kumimoji="1" lang="af-ZA" altLang="ja-JP" sz="1700" b="1" dirty="0">
                <a:latin typeface="+mn-ea"/>
              </a:rPr>
              <a:t>bolded) </a:t>
            </a:r>
            <a:r>
              <a:rPr kumimoji="1" lang="af-ZA" altLang="ja-JP" sz="1700" dirty="0">
                <a:latin typeface="+mn-ea"/>
              </a:rPr>
              <a:t>- int</a:t>
            </a:r>
            <a:r>
              <a:rPr kumimoji="1" lang="ja-JP" altLang="en-US" sz="1700" dirty="0">
                <a:latin typeface="+mn-ea"/>
              </a:rPr>
              <a:t>型カウンター</a:t>
            </a:r>
          </a:p>
          <a:p>
            <a:r>
              <a:rPr kumimoji="1" lang="ja-JP" altLang="en-US" sz="1700" i="1" dirty="0">
                <a:latin typeface="+mn-ea"/>
              </a:rPr>
              <a:t>斜体 </a:t>
            </a:r>
            <a:r>
              <a:rPr kumimoji="1" lang="en-US" altLang="ja-JP" sz="1700" i="1" dirty="0">
                <a:latin typeface="+mn-ea"/>
              </a:rPr>
              <a:t>(</a:t>
            </a:r>
            <a:r>
              <a:rPr kumimoji="1" lang="af-ZA" altLang="ja-JP" sz="1700" i="1" dirty="0">
                <a:latin typeface="+mn-ea"/>
              </a:rPr>
              <a:t>italic) </a:t>
            </a:r>
            <a:r>
              <a:rPr kumimoji="1" lang="af-ZA" altLang="ja-JP" sz="1700" dirty="0">
                <a:latin typeface="+mn-ea"/>
              </a:rPr>
              <a:t>- int</a:t>
            </a:r>
            <a:r>
              <a:rPr kumimoji="1" lang="ja-JP" altLang="en-US" sz="1700" dirty="0">
                <a:latin typeface="+mn-ea"/>
              </a:rPr>
              <a:t>型カウンター</a:t>
            </a:r>
          </a:p>
          <a:p>
            <a:r>
              <a:rPr kumimoji="1" lang="ja-JP" altLang="en-US" sz="1700" u="sng" dirty="0">
                <a:latin typeface="+mn-ea"/>
              </a:rPr>
              <a:t>下線 </a:t>
            </a:r>
            <a:r>
              <a:rPr kumimoji="1" lang="en-US" altLang="ja-JP" sz="1700" u="sng" dirty="0">
                <a:latin typeface="+mn-ea"/>
              </a:rPr>
              <a:t>(</a:t>
            </a:r>
            <a:r>
              <a:rPr kumimoji="1" lang="af-ZA" altLang="ja-JP" sz="1700" u="sng" dirty="0">
                <a:latin typeface="+mn-ea"/>
              </a:rPr>
              <a:t>underlined) </a:t>
            </a:r>
            <a:r>
              <a:rPr kumimoji="1" lang="af-ZA" altLang="ja-JP" sz="1700" dirty="0">
                <a:latin typeface="+mn-ea"/>
              </a:rPr>
              <a:t>- int</a:t>
            </a:r>
            <a:r>
              <a:rPr kumimoji="1" lang="ja-JP" altLang="en-US" sz="1700" dirty="0">
                <a:latin typeface="+mn-ea"/>
              </a:rPr>
              <a:t>型カウンター</a:t>
            </a:r>
          </a:p>
          <a:p>
            <a:r>
              <a:rPr kumimoji="1" lang="ja-JP" altLang="en-US" sz="1700" dirty="0">
                <a:highlight>
                  <a:srgbClr val="FFFF00"/>
                </a:highlight>
                <a:latin typeface="+mn-ea"/>
              </a:rPr>
              <a:t>ハイライト </a:t>
            </a:r>
            <a:r>
              <a:rPr kumimoji="1" lang="en-US" altLang="ja-JP" sz="1700" dirty="0">
                <a:highlight>
                  <a:srgbClr val="FFFF00"/>
                </a:highlight>
                <a:latin typeface="+mn-ea"/>
              </a:rPr>
              <a:t>(</a:t>
            </a:r>
            <a:r>
              <a:rPr kumimoji="1" lang="af-ZA" altLang="ja-JP" sz="1700" dirty="0">
                <a:highlight>
                  <a:srgbClr val="FFFF00"/>
                </a:highlight>
                <a:latin typeface="+mn-ea"/>
              </a:rPr>
              <a:t>highlighted) </a:t>
            </a:r>
            <a:r>
              <a:rPr kumimoji="1" lang="af-ZA" altLang="ja-JP" sz="1700" dirty="0">
                <a:latin typeface="+mn-ea"/>
              </a:rPr>
              <a:t>- int</a:t>
            </a:r>
            <a:r>
              <a:rPr kumimoji="1" lang="ja-JP" altLang="en-US" sz="1700" dirty="0">
                <a:latin typeface="+mn-ea"/>
              </a:rPr>
              <a:t>型カウンター</a:t>
            </a:r>
          </a:p>
          <a:p>
            <a:r>
              <a:rPr kumimoji="1" lang="ja-JP" altLang="en-US" sz="1700" strike="sngStrike" dirty="0">
                <a:latin typeface="+mn-ea"/>
              </a:rPr>
              <a:t>取り消し線 </a:t>
            </a:r>
            <a:r>
              <a:rPr kumimoji="1" lang="en-US" altLang="ja-JP" sz="1700" strike="sngStrike" dirty="0">
                <a:latin typeface="+mn-ea"/>
              </a:rPr>
              <a:t>(</a:t>
            </a:r>
            <a:r>
              <a:rPr kumimoji="1" lang="af-ZA" altLang="ja-JP" sz="1700" strike="sngStrike" dirty="0">
                <a:latin typeface="+mn-ea"/>
              </a:rPr>
              <a:t>strikethrough) </a:t>
            </a:r>
            <a:r>
              <a:rPr kumimoji="1" lang="af-ZA" altLang="ja-JP" sz="1700" dirty="0">
                <a:latin typeface="+mn-ea"/>
              </a:rPr>
              <a:t>- int</a:t>
            </a:r>
            <a:r>
              <a:rPr kumimoji="1" lang="ja-JP" altLang="en-US" sz="1700" dirty="0">
                <a:latin typeface="+mn-ea"/>
              </a:rPr>
              <a:t>型カウンター</a:t>
            </a:r>
          </a:p>
          <a:p>
            <a:r>
              <a:rPr kumimoji="1" lang="en-US" altLang="ja-JP" sz="1700" dirty="0">
                <a:latin typeface="+mn-ea"/>
                <a:hlinkClick r:id="rId3"/>
              </a:rPr>
              <a:t>http://localhost/</a:t>
            </a:r>
            <a:r>
              <a:rPr kumimoji="1" lang="en-US" altLang="ja-JP" sz="1700" dirty="0">
                <a:latin typeface="+mn-ea"/>
              </a:rPr>
              <a:t> </a:t>
            </a:r>
            <a:r>
              <a:rPr kumimoji="1" lang="ja-JP" altLang="en-US" sz="1700" dirty="0">
                <a:latin typeface="+mn-ea"/>
                <a:hlinkClick r:id="rId4"/>
              </a:rPr>
              <a:t>ハイパーリンク </a:t>
            </a:r>
            <a:r>
              <a:rPr kumimoji="1" lang="en-US" altLang="ja-JP" sz="1700" dirty="0">
                <a:latin typeface="+mn-ea"/>
              </a:rPr>
              <a:t>(</a:t>
            </a:r>
            <a:r>
              <a:rPr kumimoji="1" lang="af-ZA" altLang="ja-JP" sz="1700" dirty="0">
                <a:latin typeface="+mn-ea"/>
              </a:rPr>
              <a:t>hyperlinks) - List[str]</a:t>
            </a:r>
            <a:r>
              <a:rPr kumimoji="1" lang="ja-JP" altLang="en-US" sz="1700" dirty="0">
                <a:latin typeface="+mn-ea"/>
              </a:rPr>
              <a:t>型（</a:t>
            </a:r>
            <a:r>
              <a:rPr kumimoji="1" lang="af-ZA" altLang="ja-JP" sz="1700" dirty="0">
                <a:latin typeface="+mn-ea"/>
              </a:rPr>
              <a:t>URL</a:t>
            </a:r>
            <a:r>
              <a:rPr kumimoji="1" lang="ja-JP" altLang="en-US" sz="1700" dirty="0">
                <a:latin typeface="+mn-ea"/>
              </a:rPr>
              <a:t>のリスト）</a:t>
            </a:r>
          </a:p>
          <a:p>
            <a:r>
              <a:rPr kumimoji="1" lang="ja-JP" altLang="en-US" sz="2400" dirty="0">
                <a:latin typeface="+mn-ea"/>
              </a:rPr>
              <a:t>フォントサイズ </a:t>
            </a:r>
            <a:r>
              <a:rPr kumimoji="1" lang="en-US" altLang="ja-JP" sz="2400" dirty="0">
                <a:latin typeface="+mn-ea"/>
              </a:rPr>
              <a:t>(</a:t>
            </a:r>
            <a:r>
              <a:rPr kumimoji="1" lang="af-ZA" altLang="ja-JP" sz="2400" dirty="0">
                <a:latin typeface="+mn-ea"/>
              </a:rPr>
              <a:t>font_sizes) </a:t>
            </a:r>
            <a:r>
              <a:rPr kumimoji="1" lang="af-ZA" altLang="ja-JP" sz="1700" dirty="0">
                <a:latin typeface="+mn-ea"/>
              </a:rPr>
              <a:t>- List[</a:t>
            </a:r>
            <a:r>
              <a:rPr kumimoji="1" lang="af-ZA" altLang="ja-JP" sz="950" dirty="0">
                <a:latin typeface="+mn-ea"/>
              </a:rPr>
              <a:t>float</a:t>
            </a:r>
            <a:r>
              <a:rPr kumimoji="1" lang="af-ZA" altLang="ja-JP" sz="1700" dirty="0">
                <a:latin typeface="+mn-ea"/>
              </a:rPr>
              <a:t>]</a:t>
            </a:r>
            <a:r>
              <a:rPr kumimoji="1" lang="ja-JP" altLang="en-US" sz="1700" dirty="0">
                <a:latin typeface="+mn-ea"/>
              </a:rPr>
              <a:t>型</a:t>
            </a:r>
          </a:p>
          <a:p>
            <a:r>
              <a:rPr kumimoji="1" lang="ja-JP" altLang="en-US" sz="1700" dirty="0">
                <a:latin typeface="+mn-ea"/>
              </a:rPr>
              <a:t>フォント色 </a:t>
            </a:r>
            <a:r>
              <a:rPr kumimoji="1" lang="en-US" altLang="ja-JP" sz="1700" dirty="0">
                <a:latin typeface="+mn-ea"/>
              </a:rPr>
              <a:t>(</a:t>
            </a:r>
            <a:r>
              <a:rPr kumimoji="1" lang="af-ZA" altLang="ja-JP" sz="1700" dirty="0">
                <a:latin typeface="+mn-ea"/>
              </a:rPr>
              <a:t>font_colors) - List[str]</a:t>
            </a:r>
            <a:r>
              <a:rPr kumimoji="1" lang="ja-JP" altLang="en-US" sz="1700" dirty="0">
                <a:latin typeface="+mn-ea"/>
              </a:rPr>
              <a:t>型</a:t>
            </a:r>
            <a:endParaRPr kumimoji="1" lang="en-US" altLang="ja-JP" sz="1700" dirty="0">
              <a:latin typeface="+mn-ea"/>
            </a:endParaRPr>
          </a:p>
          <a:p>
            <a:r>
              <a:rPr kumimoji="1" lang="ja-JP" altLang="en-US" sz="1700" b="1" i="1" u="sng" strike="sngStrike" dirty="0">
                <a:highlight>
                  <a:srgbClr val="FFFF00"/>
                </a:highlight>
                <a:latin typeface="+mn-ea"/>
              </a:rPr>
              <a:t>ご</a:t>
            </a:r>
            <a:r>
              <a:rPr kumimoji="1" lang="ja-JP" altLang="en-US" sz="1700" b="1" i="1" u="sng" strike="sngStrike" dirty="0">
                <a:latin typeface="+mn-ea"/>
              </a:rPr>
              <a:t>ちゃま</a:t>
            </a:r>
            <a:r>
              <a:rPr kumimoji="1" lang="ja-JP" altLang="en-US" sz="1700" b="1" i="1" u="sng" strike="sngStrike" dirty="0">
                <a:highlight>
                  <a:srgbClr val="FFFF00"/>
                </a:highlight>
                <a:latin typeface="+mn-ea"/>
              </a:rPr>
              <a:t>ぜ</a:t>
            </a:r>
          </a:p>
        </p:txBody>
      </p:sp>
    </p:spTree>
    <p:extLst>
      <p:ext uri="{BB962C8B-B14F-4D97-AF65-F5344CB8AC3E}">
        <p14:creationId xmlns:p14="http://schemas.microsoft.com/office/powerpoint/2010/main" val="1112852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362</Words>
  <Application>Microsoft Office PowerPoint</Application>
  <PresentationFormat>画面に合わせる (4:3)</PresentationFormat>
  <Paragraphs>40</Paragraphs>
  <Slides>4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Arial</vt:lpstr>
      <vt:lpstr>Calibri</vt:lpstr>
      <vt:lpstr>Office Theme</vt:lpstr>
      <vt:lpstr>Complex Test Presentation</vt:lpstr>
      <vt:lpstr>Table Slide</vt:lpstr>
      <vt:lpstr>Text Slide</vt:lpstr>
      <vt:lpstr>Text Slide 2nd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哲 潮村</cp:lastModifiedBy>
  <cp:revision>10</cp:revision>
  <dcterms:created xsi:type="dcterms:W3CDTF">2013-01-27T09:14:16Z</dcterms:created>
  <dcterms:modified xsi:type="dcterms:W3CDTF">2025-09-01T23:44:41Z</dcterms:modified>
  <cp:category/>
</cp:coreProperties>
</file>