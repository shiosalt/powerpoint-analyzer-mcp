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presentationml.presentation.main+xml"/>
  <Override PartName="/ppt/slides/slide1.xml" ContentType="application/vnd.openxmlformats-presentationml.slide+xml"/>
  <Override PartName="/ppt/slides/slide2.xml" ContentType="application/vnd.openxmlformats-presentationml.slide+xml"/>
  <Override PartName="/ppt/slideLayouts/slideLayout1.xml" ContentType="application/vnd.openxmlformats-presentationml.slideLayout+xml"/>
  <Override PartName="/ppt/slideMasters/slideMaster1.xml" ContentType="application/vnd.openxmlformats-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  <Relationship Id="rId1" Type="http://schemas.openxmlformats.org/officeDocument/2006/relationships/officeDocument" Target="ppt/presentation.xml"/>
    <Relationship Id="rId2" Type="http://schemas.openxmlformats.org/package/2006/relationships/metadata/core-properties" Target="docProps/core.xml"/>
    <Relationship Id="rId3" Type="http://schemas.openxmlformats.org/officeDocument/2006/relationships/extended-properties" Target="docProps/app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slide" Target="slides/slide1.xml"/>
    <Relationship Id="rId3" Type="http://schemas.openxmlformats.org/officeDocument/2006/relationships/slide" Target="slides/slide2.xml"/>
    <Relationship Id="rId4" Type="http://schemas.openxmlformats.org/officeDocument/2006/relationships/theme" Target="theme/theme1.xml"/>
</Relationships>
</file>

<file path=ppt/slideLayouts/slideLayout1.xml><?xml version="1.0" encoding="utf-8"?>
<p:sldLayout xmlns:p="http://schemas.openxmlformats.org/presentationml/2006/main" xmlns:a="http://schemas.openxmlformats.org/drawingml/2006/main" type="titleAndContent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Masters/slideMaster1.xml><?xml version="1.0" encoding="UTF-8" standalone="yes"?>
<p:sldMaster xmlns:p="http://schemas.openxmlformats.org/presentationml/2006/main"
             xmlns:a="http://schemas.openxmlformats.org/drawingml/2006/main">
    <p:cSld>
        <p:spTree>
            <p:nvGrpSpPr>
                <p:cNvPr id="1" name=""/>
                <p:cNvGrpSpPr/>
                <p:nvPr/>
            </p:nvGrpSpPr>
            <p:grpSpPr>
                <a:xfrm>
                    <a:off x="0" y="0"/>
                    <a:ext cx="0" cy="0"/>
                    <a:chOff x="0" y="0"/>
                    <a:chExt cx="0" cy="0"/>
                </a:xfrm>
            </p:grpSpPr>
        </p:spTree>
    </p:cSld>
    <p:clrMap bg1="lt1" tx1="dk1" bg2="lt2" tx2="dk2" accent1="accent1" accent2="accent2" accent3="accent3" accent4="accent4" accent5="accent5" accent6="accent6" hlink="hlink" folHlink="folHlink"/>
    <p:sldLayoutIdLst>
        <p:sldLayoutId id="2147483649" r:id="rId1"/>
    </p:sldLayoutIdLst>
</p:sldMaster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/>
              <a:t>Complex Test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1524000" y="1397000"/>
          <a:ext cx="60960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1016000">
                <a:tc>
                  <a:txBody>
                    <a:bodyPr/>
                    <a:lstStyle/>
                    <a:p>
                      <a:r>
                        <a:rPr lang="en-US" sz="1800" b="1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/>
                        <a:t>Header 2</a:t>
                      </a:r>
                    </a:p>
                  </a:txBody>
                  <a:tcPr/>
                </a:tc>
              </a:tr>
              <a:tr h="1524000">
                <a:tc>
                  <a:txBody>
                    <a:bodyPr/>
                    <a:lstStyle/>
                    <a:p>
                      <a:r>
                        <a:rPr lang="en-US" sz="1800"/>
                        <a:t>Data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 2</a:t>
                      </a:r>
                    </a:p>
                  </a:txBody>
                  <a:tcPr/>
                </a:tc>
              </a:tr>
              <a:tr h="1524000">
                <a:tc>
                  <a:txBody>
                    <a:bodyPr/>
                    <a:lstStyle/>
                    <a:p>
                      <a:r>
                        <a:rPr lang="en-US" sz="1800"/>
                        <a:t>Data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 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F79646"/>
      </a:accent2>
      <a:accent3>
        <a:srgbClr val="9BBB59"/>
      </a:accent3>
      <a:accent4>
        <a:srgbClr val="8064A2"/>
      </a:accent4>
      <a:accent5>
        <a:srgbClr val="4BACC6"/>
      </a:accent5>
      <a:accent6>
        <a:srgbClr val="F366A7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</Slides>
  <Paragraphs>7</Paragraphs>
  <Words>12</Words>
  <Characters>65</Characters>
  <CharactersWithSpaces>76</CharactersWithSpaces>
  <Lines>7</Lines>
  <Company>Test Company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Complex Test Presentation</dc:title>
  <dc:creator>PowerPoint MCP Server Test</dc:creator>
  <cp:lastModifiedBy>Test</cp:lastModifiedBy>
  <cp:revision>1</cp:revision>
  <dcterms:created xsi:type="dcterms:W3CDTF">2024-01-01T12:00:00Z</dcterms:created>
  <dcterms:modified xsi:type="dcterms:W3CDTF">2024-01-01T12:00:00Z</dcterms:modified>
</cp:coreProperties>
</file>