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8" r:id="rId3"/>
    <p:sldId id="259" r:id="rId4"/>
    <p:sldId id="257" r:id="rId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既定のセクション" id="{2E325A5B-8B8C-4C4C-8FD9-4B46ECE31D1C}">
          <p14:sldIdLst>
            <p14:sldId id="256"/>
          </p14:sldIdLst>
        </p14:section>
        <p14:section name="scramble" id="{2F0C431E-8C0E-4B77-970A-AA123AE3692E}">
          <p14:sldIdLst>
            <p14:sldId id="258"/>
            <p14:sldId id="259"/>
          </p14:sldIdLst>
        </p14:section>
        <p14:section name="table section" id="{F141BB36-9FA7-4051-B070-130F8EDADE1D}">
          <p14:sldIdLst>
            <p14:sldId id="25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4" d="100"/>
          <a:sy n="64" d="100"/>
        </p:scale>
        <p:origin x="2250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DC03EE-A16A-4983-AD38-60C7934E273C}" type="datetimeFigureOut">
              <a:rPr kumimoji="1" lang="ja-JP" altLang="en-US" smtClean="0"/>
              <a:t>2025/9/3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00B331-84B6-4439-943C-4033C407041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6658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ノート</a:t>
            </a:r>
            <a:r>
              <a:rPr kumimoji="1" lang="ja-JP" altLang="en-US" b="1" dirty="0"/>
              <a:t>にコメントも</a:t>
            </a:r>
            <a:r>
              <a:rPr kumimoji="1" lang="ja-JP" altLang="en-US" dirty="0">
                <a:highlight>
                  <a:srgbClr val="FFFF00"/>
                </a:highlight>
              </a:rPr>
              <a:t>記載</a:t>
            </a:r>
            <a:r>
              <a:rPr kumimoji="1" lang="ja-JP" altLang="en-US" dirty="0"/>
              <a:t>しました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00B331-84B6-4439-943C-4033C407041D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651214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0494A1-EABE-E8BE-FC1D-CCA53DD9D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74880F04-6BA0-9E37-A6AC-F43BD375D2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BD7F0BB-E795-7FE8-1638-B2A9A3F8E6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ノート</a:t>
            </a:r>
            <a:r>
              <a:rPr kumimoji="1" lang="ja-JP" altLang="en-US" b="1" dirty="0"/>
              <a:t>にコメントも</a:t>
            </a:r>
            <a:r>
              <a:rPr kumimoji="1" lang="ja-JP" altLang="en-US" dirty="0">
                <a:highlight>
                  <a:srgbClr val="FFFF00"/>
                </a:highlight>
              </a:rPr>
              <a:t>記載</a:t>
            </a:r>
            <a:r>
              <a:rPr kumimoji="1" lang="ja-JP" altLang="en-US" dirty="0"/>
              <a:t>しました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1AE73ED-5FBE-894A-99EC-A47EBE8B71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00B331-84B6-4439-943C-4033C407041D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220158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www.google.com/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google.com/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test_minimal.pptx" TargetMode="External"/><Relationship Id="rId2" Type="http://schemas.openxmlformats.org/officeDocument/2006/relationships/hyperlink" Target="https://www.google.com/" TargetMode="Externa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Complex Test Presentation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ja-JP" altLang="en-US" dirty="0"/>
              <a:t>サブタイトル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83A793-3D21-3135-79EE-BDC2331F7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5E419-C892-C104-43AA-2EF169285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b="1" dirty="0"/>
              <a:t>Text</a:t>
            </a:r>
            <a:r>
              <a:rPr lang="ja-JP" altLang="en-US" dirty="0"/>
              <a:t> </a:t>
            </a:r>
            <a:r>
              <a:rPr lang="en-US" altLang="ja-JP" dirty="0"/>
              <a:t>Slide</a:t>
            </a:r>
            <a:endParaRPr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2A80DDF-C833-FF25-4CCE-0C6190A91F07}"/>
              </a:ext>
            </a:extLst>
          </p:cNvPr>
          <p:cNvSpPr txBox="1"/>
          <p:nvPr/>
        </p:nvSpPr>
        <p:spPr>
          <a:xfrm>
            <a:off x="839247" y="1828800"/>
            <a:ext cx="7176965" cy="3016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latin typeface="+mn-ea"/>
              </a:rPr>
              <a:t>サンプルテキスト</a:t>
            </a:r>
            <a:endParaRPr kumimoji="1" lang="en-US" altLang="ja-JP" dirty="0">
              <a:latin typeface="+mn-ea"/>
            </a:endParaRPr>
          </a:p>
          <a:p>
            <a:r>
              <a:rPr kumimoji="1" lang="ja-JP" altLang="en-US" b="1" dirty="0">
                <a:latin typeface="+mn-ea"/>
              </a:rPr>
              <a:t>太字 </a:t>
            </a:r>
            <a:r>
              <a:rPr kumimoji="1" lang="en-US" altLang="ja-JP" b="1" dirty="0">
                <a:latin typeface="+mn-ea"/>
              </a:rPr>
              <a:t>(</a:t>
            </a:r>
            <a:r>
              <a:rPr kumimoji="1" lang="af-ZA" altLang="ja-JP" b="1" dirty="0">
                <a:latin typeface="+mn-ea"/>
              </a:rPr>
              <a:t>bolded) </a:t>
            </a:r>
            <a:r>
              <a:rPr kumimoji="1" lang="af-ZA" altLang="ja-JP" dirty="0">
                <a:latin typeface="+mn-ea"/>
              </a:rPr>
              <a:t>- int</a:t>
            </a:r>
            <a:r>
              <a:rPr kumimoji="1" lang="ja-JP" altLang="en-US" dirty="0">
                <a:latin typeface="+mn-ea"/>
              </a:rPr>
              <a:t>型カウンター</a:t>
            </a:r>
          </a:p>
          <a:p>
            <a:r>
              <a:rPr kumimoji="1" lang="ja-JP" altLang="en-US" i="1" dirty="0">
                <a:latin typeface="+mn-ea"/>
              </a:rPr>
              <a:t>斜体 </a:t>
            </a:r>
            <a:r>
              <a:rPr kumimoji="1" lang="en-US" altLang="ja-JP" i="1" dirty="0">
                <a:latin typeface="+mn-ea"/>
              </a:rPr>
              <a:t>(</a:t>
            </a:r>
            <a:r>
              <a:rPr kumimoji="1" lang="af-ZA" altLang="ja-JP" i="1" dirty="0">
                <a:latin typeface="+mn-ea"/>
              </a:rPr>
              <a:t>italic) </a:t>
            </a:r>
            <a:r>
              <a:rPr kumimoji="1" lang="af-ZA" altLang="ja-JP" dirty="0">
                <a:latin typeface="+mn-ea"/>
              </a:rPr>
              <a:t>- int</a:t>
            </a:r>
            <a:r>
              <a:rPr kumimoji="1" lang="ja-JP" altLang="en-US" dirty="0">
                <a:latin typeface="+mn-ea"/>
              </a:rPr>
              <a:t>型カウンター</a:t>
            </a:r>
          </a:p>
          <a:p>
            <a:r>
              <a:rPr kumimoji="1" lang="ja-JP" altLang="en-US" u="sng" dirty="0">
                <a:latin typeface="+mn-ea"/>
              </a:rPr>
              <a:t>下線 </a:t>
            </a:r>
            <a:r>
              <a:rPr kumimoji="1" lang="en-US" altLang="ja-JP" u="sng" dirty="0">
                <a:latin typeface="+mn-ea"/>
              </a:rPr>
              <a:t>(</a:t>
            </a:r>
            <a:r>
              <a:rPr kumimoji="1" lang="af-ZA" altLang="ja-JP" u="sng" dirty="0">
                <a:latin typeface="+mn-ea"/>
              </a:rPr>
              <a:t>underlined) </a:t>
            </a:r>
            <a:r>
              <a:rPr kumimoji="1" lang="af-ZA" altLang="ja-JP" dirty="0">
                <a:latin typeface="+mn-ea"/>
              </a:rPr>
              <a:t>- int</a:t>
            </a:r>
            <a:r>
              <a:rPr kumimoji="1" lang="ja-JP" altLang="en-US" dirty="0">
                <a:latin typeface="+mn-ea"/>
              </a:rPr>
              <a:t>型カウンター</a:t>
            </a:r>
          </a:p>
          <a:p>
            <a:r>
              <a:rPr kumimoji="1" lang="ja-JP" altLang="en-US" dirty="0">
                <a:highlight>
                  <a:srgbClr val="FFFF00"/>
                </a:highlight>
                <a:latin typeface="+mn-ea"/>
              </a:rPr>
              <a:t>ハイライト </a:t>
            </a:r>
            <a:r>
              <a:rPr kumimoji="1" lang="en-US" altLang="ja-JP" dirty="0">
                <a:highlight>
                  <a:srgbClr val="FFFF00"/>
                </a:highlight>
                <a:latin typeface="+mn-ea"/>
              </a:rPr>
              <a:t>(</a:t>
            </a:r>
            <a:r>
              <a:rPr kumimoji="1" lang="af-ZA" altLang="ja-JP" dirty="0">
                <a:highlight>
                  <a:srgbClr val="FFFF00"/>
                </a:highlight>
                <a:latin typeface="+mn-ea"/>
              </a:rPr>
              <a:t>highlighted) </a:t>
            </a:r>
            <a:r>
              <a:rPr kumimoji="1" lang="af-ZA" altLang="ja-JP" dirty="0">
                <a:latin typeface="+mn-ea"/>
              </a:rPr>
              <a:t>- int</a:t>
            </a:r>
            <a:r>
              <a:rPr kumimoji="1" lang="ja-JP" altLang="en-US" dirty="0">
                <a:latin typeface="+mn-ea"/>
              </a:rPr>
              <a:t>型カウンター</a:t>
            </a:r>
          </a:p>
          <a:p>
            <a:r>
              <a:rPr kumimoji="1" lang="ja-JP" altLang="en-US" strike="sngStrike" dirty="0">
                <a:latin typeface="+mn-ea"/>
              </a:rPr>
              <a:t>取り消し線 </a:t>
            </a:r>
            <a:r>
              <a:rPr kumimoji="1" lang="en-US" altLang="ja-JP" strike="sngStrike" dirty="0">
                <a:latin typeface="+mn-ea"/>
              </a:rPr>
              <a:t>(</a:t>
            </a:r>
            <a:r>
              <a:rPr kumimoji="1" lang="af-ZA" altLang="ja-JP" strike="sngStrike" dirty="0">
                <a:latin typeface="+mn-ea"/>
              </a:rPr>
              <a:t>strikethrough) </a:t>
            </a:r>
            <a:r>
              <a:rPr kumimoji="1" lang="af-ZA" altLang="ja-JP" dirty="0">
                <a:latin typeface="+mn-ea"/>
              </a:rPr>
              <a:t>- int</a:t>
            </a:r>
            <a:r>
              <a:rPr kumimoji="1" lang="ja-JP" altLang="en-US" dirty="0">
                <a:latin typeface="+mn-ea"/>
              </a:rPr>
              <a:t>型カウンター</a:t>
            </a:r>
          </a:p>
          <a:p>
            <a:r>
              <a:rPr kumimoji="1" lang="en-US" altLang="ja-JP" dirty="0">
                <a:latin typeface="+mn-ea"/>
                <a:hlinkClick r:id="rId3"/>
              </a:rPr>
              <a:t>http://localhost/</a:t>
            </a:r>
            <a:r>
              <a:rPr kumimoji="1" lang="en-US" altLang="ja-JP" dirty="0">
                <a:latin typeface="+mn-ea"/>
              </a:rPr>
              <a:t> </a:t>
            </a:r>
            <a:r>
              <a:rPr kumimoji="1" lang="ja-JP" altLang="en-US" dirty="0">
                <a:latin typeface="+mn-ea"/>
                <a:hlinkClick r:id="rId4"/>
              </a:rPr>
              <a:t>ハイパーリンク </a:t>
            </a:r>
            <a:r>
              <a:rPr kumimoji="1" lang="en-US" altLang="ja-JP" dirty="0">
                <a:latin typeface="+mn-ea"/>
              </a:rPr>
              <a:t>(</a:t>
            </a:r>
            <a:r>
              <a:rPr kumimoji="1" lang="af-ZA" altLang="ja-JP" dirty="0">
                <a:latin typeface="+mn-ea"/>
              </a:rPr>
              <a:t>hyperlinks) - List[str]</a:t>
            </a:r>
            <a:r>
              <a:rPr kumimoji="1" lang="ja-JP" altLang="en-US" dirty="0">
                <a:latin typeface="+mn-ea"/>
              </a:rPr>
              <a:t>型（</a:t>
            </a:r>
            <a:r>
              <a:rPr kumimoji="1" lang="af-ZA" altLang="ja-JP" dirty="0">
                <a:latin typeface="+mn-ea"/>
              </a:rPr>
              <a:t>URL</a:t>
            </a:r>
            <a:r>
              <a:rPr kumimoji="1" lang="ja-JP" altLang="en-US" dirty="0">
                <a:latin typeface="+mn-ea"/>
              </a:rPr>
              <a:t>のリスト）</a:t>
            </a:r>
          </a:p>
          <a:p>
            <a:r>
              <a:rPr kumimoji="1" lang="ja-JP" altLang="en-US" sz="2800" dirty="0">
                <a:latin typeface="+mn-ea"/>
              </a:rPr>
              <a:t>フォントサイズ </a:t>
            </a:r>
            <a:r>
              <a:rPr kumimoji="1" lang="en-US" altLang="ja-JP" sz="2800" dirty="0">
                <a:latin typeface="+mn-ea"/>
              </a:rPr>
              <a:t>(</a:t>
            </a:r>
            <a:r>
              <a:rPr kumimoji="1" lang="af-ZA" altLang="ja-JP" sz="2800" dirty="0">
                <a:latin typeface="+mn-ea"/>
              </a:rPr>
              <a:t>font_sizes) </a:t>
            </a:r>
            <a:r>
              <a:rPr kumimoji="1" lang="af-ZA" altLang="ja-JP" dirty="0">
                <a:latin typeface="+mn-ea"/>
              </a:rPr>
              <a:t>- List[</a:t>
            </a:r>
            <a:r>
              <a:rPr kumimoji="1" lang="af-ZA" altLang="ja-JP" sz="1050" strike="sngStrike" dirty="0">
                <a:latin typeface="+mn-ea"/>
              </a:rPr>
              <a:t>int</a:t>
            </a:r>
            <a:r>
              <a:rPr kumimoji="1" lang="af-ZA" altLang="ja-JP" sz="1050" dirty="0">
                <a:latin typeface="+mn-ea"/>
              </a:rPr>
              <a:t>float</a:t>
            </a:r>
            <a:r>
              <a:rPr kumimoji="1" lang="af-ZA" altLang="ja-JP" dirty="0">
                <a:latin typeface="+mn-ea"/>
              </a:rPr>
              <a:t>]</a:t>
            </a:r>
            <a:r>
              <a:rPr kumimoji="1" lang="ja-JP" altLang="en-US" dirty="0">
                <a:latin typeface="+mn-ea"/>
              </a:rPr>
              <a:t>型</a:t>
            </a:r>
          </a:p>
          <a:p>
            <a:r>
              <a:rPr kumimoji="1" lang="ja-JP" altLang="en-US" dirty="0">
                <a:solidFill>
                  <a:srgbClr val="FF0000"/>
                </a:solidFill>
                <a:latin typeface="+mn-ea"/>
              </a:rPr>
              <a:t>フォント色 </a:t>
            </a:r>
            <a:r>
              <a:rPr kumimoji="1" lang="en-US" altLang="ja-JP" dirty="0">
                <a:solidFill>
                  <a:schemeClr val="tx2"/>
                </a:solidFill>
                <a:latin typeface="+mn-ea"/>
              </a:rPr>
              <a:t>(</a:t>
            </a:r>
            <a:r>
              <a:rPr kumimoji="1" lang="af-ZA" altLang="ja-JP" dirty="0">
                <a:solidFill>
                  <a:schemeClr val="tx2"/>
                </a:solidFill>
                <a:latin typeface="+mn-ea"/>
              </a:rPr>
              <a:t>font_colors)</a:t>
            </a:r>
            <a:r>
              <a:rPr kumimoji="1" lang="af-ZA" altLang="ja-JP" dirty="0">
                <a:latin typeface="+mn-ea"/>
              </a:rPr>
              <a:t> - List[str]</a:t>
            </a:r>
            <a:r>
              <a:rPr kumimoji="1" lang="ja-JP" altLang="en-US" dirty="0">
                <a:latin typeface="+mn-ea"/>
              </a:rPr>
              <a:t>型</a:t>
            </a:r>
            <a:endParaRPr kumimoji="1" lang="en-US" altLang="ja-JP" dirty="0">
              <a:latin typeface="+mn-ea"/>
            </a:endParaRPr>
          </a:p>
          <a:p>
            <a:r>
              <a:rPr kumimoji="1" lang="ja-JP" altLang="en-US" b="1" i="1" u="sng" strike="sngStrike" dirty="0">
                <a:highlight>
                  <a:srgbClr val="FFFF00"/>
                </a:highlight>
                <a:latin typeface="+mn-ea"/>
              </a:rPr>
              <a:t>ご</a:t>
            </a:r>
            <a:r>
              <a:rPr kumimoji="1" lang="ja-JP" altLang="en-US" b="1" i="1" u="sng" strike="sngStrike" dirty="0">
                <a:solidFill>
                  <a:schemeClr val="tx2"/>
                </a:solidFill>
                <a:latin typeface="+mn-ea"/>
              </a:rPr>
              <a:t>ちゃま</a:t>
            </a:r>
            <a:r>
              <a:rPr kumimoji="1" lang="ja-JP" altLang="en-US" b="1" i="1" u="sng" strike="sngStrike" dirty="0">
                <a:highlight>
                  <a:srgbClr val="FFFF00"/>
                </a:highlight>
                <a:latin typeface="+mn-ea"/>
              </a:rPr>
              <a:t>ぜ</a:t>
            </a:r>
          </a:p>
        </p:txBody>
      </p:sp>
    </p:spTree>
    <p:extLst>
      <p:ext uri="{BB962C8B-B14F-4D97-AF65-F5344CB8AC3E}">
        <p14:creationId xmlns:p14="http://schemas.microsoft.com/office/powerpoint/2010/main" val="18156794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035665-19DC-D2ED-8B5D-7F5A95C1C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3" y="1914812"/>
            <a:ext cx="6858000" cy="3028377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4" y="1924949"/>
            <a:ext cx="6857999" cy="302837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3195" y="4092815"/>
            <a:ext cx="2501979" cy="302838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376302" y="969718"/>
            <a:ext cx="292526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20" y="1904672"/>
            <a:ext cx="6858003" cy="3028376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FD421FE-4FD0-F21E-67B1-3268C6B77C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0041" y="586855"/>
            <a:ext cx="2401025" cy="3387497"/>
          </a:xfrm>
        </p:spPr>
        <p:txBody>
          <a:bodyPr anchor="b">
            <a:normAutofit/>
          </a:bodyPr>
          <a:lstStyle/>
          <a:p>
            <a:pPr algn="r"/>
            <a:r>
              <a:rPr lang="en-US" altLang="ja-JP" sz="3500" b="1">
                <a:solidFill>
                  <a:srgbClr val="FFFFFF"/>
                </a:solidFill>
              </a:rPr>
              <a:t>Text</a:t>
            </a:r>
            <a:r>
              <a:rPr lang="en-US" altLang="ja-JP" sz="3500">
                <a:solidFill>
                  <a:srgbClr val="FFFFFF"/>
                </a:solidFill>
              </a:rPr>
              <a:t> Slide 2nd</a:t>
            </a:r>
            <a:endParaRPr lang="en-US" sz="3500">
              <a:solidFill>
                <a:srgbClr val="FFFFFF"/>
              </a:solidFill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44E7261-6E1E-24E5-873E-7121EC578A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7694" y="649480"/>
            <a:ext cx="4916510" cy="5546047"/>
          </a:xfrm>
        </p:spPr>
        <p:txBody>
          <a:bodyPr anchor="ctr">
            <a:normAutofit/>
          </a:bodyPr>
          <a:lstStyle/>
          <a:p>
            <a:r>
              <a:rPr kumimoji="1" lang="ja-JP" altLang="en-US" sz="1700" dirty="0">
                <a:latin typeface="+mn-ea"/>
              </a:rPr>
              <a:t>サンプルテキスト</a:t>
            </a:r>
            <a:endParaRPr kumimoji="1" lang="en-US" altLang="ja-JP" sz="1700" dirty="0">
              <a:latin typeface="+mn-ea"/>
            </a:endParaRPr>
          </a:p>
          <a:p>
            <a:r>
              <a:rPr kumimoji="1" lang="ja-JP" altLang="en-US" sz="1700" b="1" dirty="0">
                <a:latin typeface="+mn-ea"/>
              </a:rPr>
              <a:t>太字 </a:t>
            </a:r>
            <a:r>
              <a:rPr kumimoji="1" lang="en-US" altLang="ja-JP" sz="1700" b="1" dirty="0">
                <a:latin typeface="+mn-ea"/>
              </a:rPr>
              <a:t>(</a:t>
            </a:r>
            <a:r>
              <a:rPr kumimoji="1" lang="af-ZA" altLang="ja-JP" sz="1700" b="1" dirty="0">
                <a:latin typeface="+mn-ea"/>
              </a:rPr>
              <a:t>bolded) </a:t>
            </a:r>
            <a:r>
              <a:rPr kumimoji="1" lang="af-ZA" altLang="ja-JP" sz="1700" dirty="0">
                <a:latin typeface="+mn-ea"/>
              </a:rPr>
              <a:t>- int</a:t>
            </a:r>
            <a:r>
              <a:rPr kumimoji="1" lang="ja-JP" altLang="en-US" sz="1700" dirty="0">
                <a:latin typeface="+mn-ea"/>
              </a:rPr>
              <a:t>型カウンター</a:t>
            </a:r>
          </a:p>
          <a:p>
            <a:r>
              <a:rPr kumimoji="1" lang="ja-JP" altLang="en-US" sz="1700" i="1" dirty="0">
                <a:latin typeface="+mn-ea"/>
              </a:rPr>
              <a:t>斜体 </a:t>
            </a:r>
            <a:r>
              <a:rPr kumimoji="1" lang="en-US" altLang="ja-JP" sz="1700" i="1" dirty="0">
                <a:latin typeface="+mn-ea"/>
              </a:rPr>
              <a:t>(</a:t>
            </a:r>
            <a:r>
              <a:rPr kumimoji="1" lang="af-ZA" altLang="ja-JP" sz="1700" i="1" dirty="0">
                <a:latin typeface="+mn-ea"/>
              </a:rPr>
              <a:t>italic) </a:t>
            </a:r>
            <a:r>
              <a:rPr kumimoji="1" lang="af-ZA" altLang="ja-JP" sz="1700" dirty="0">
                <a:latin typeface="+mn-ea"/>
              </a:rPr>
              <a:t>- int</a:t>
            </a:r>
            <a:r>
              <a:rPr kumimoji="1" lang="ja-JP" altLang="en-US" sz="1700" dirty="0">
                <a:latin typeface="+mn-ea"/>
              </a:rPr>
              <a:t>型カウンター</a:t>
            </a:r>
          </a:p>
          <a:p>
            <a:r>
              <a:rPr kumimoji="1" lang="ja-JP" altLang="en-US" sz="1700" u="sng" dirty="0">
                <a:latin typeface="+mn-ea"/>
              </a:rPr>
              <a:t>下線 </a:t>
            </a:r>
            <a:r>
              <a:rPr kumimoji="1" lang="en-US" altLang="ja-JP" sz="1700" u="sng" dirty="0">
                <a:latin typeface="+mn-ea"/>
              </a:rPr>
              <a:t>(</a:t>
            </a:r>
            <a:r>
              <a:rPr kumimoji="1" lang="af-ZA" altLang="ja-JP" sz="1700" u="sng" dirty="0">
                <a:latin typeface="+mn-ea"/>
              </a:rPr>
              <a:t>underlined) </a:t>
            </a:r>
            <a:r>
              <a:rPr kumimoji="1" lang="af-ZA" altLang="ja-JP" sz="1700" dirty="0">
                <a:latin typeface="+mn-ea"/>
              </a:rPr>
              <a:t>- int</a:t>
            </a:r>
            <a:r>
              <a:rPr kumimoji="1" lang="ja-JP" altLang="en-US" sz="1700" dirty="0">
                <a:latin typeface="+mn-ea"/>
              </a:rPr>
              <a:t>型カウンター</a:t>
            </a:r>
          </a:p>
          <a:p>
            <a:r>
              <a:rPr kumimoji="1" lang="ja-JP" altLang="en-US" sz="1700" dirty="0">
                <a:highlight>
                  <a:srgbClr val="FFFF00"/>
                </a:highlight>
                <a:latin typeface="+mn-ea"/>
              </a:rPr>
              <a:t>ハイライト </a:t>
            </a:r>
            <a:r>
              <a:rPr kumimoji="1" lang="en-US" altLang="ja-JP" sz="1700" dirty="0">
                <a:highlight>
                  <a:srgbClr val="FFFF00"/>
                </a:highlight>
                <a:latin typeface="+mn-ea"/>
              </a:rPr>
              <a:t>(</a:t>
            </a:r>
            <a:r>
              <a:rPr kumimoji="1" lang="af-ZA" altLang="ja-JP" sz="1700" dirty="0">
                <a:highlight>
                  <a:srgbClr val="FFFF00"/>
                </a:highlight>
                <a:latin typeface="+mn-ea"/>
              </a:rPr>
              <a:t>highlighted) </a:t>
            </a:r>
            <a:r>
              <a:rPr kumimoji="1" lang="af-ZA" altLang="ja-JP" sz="1700" dirty="0">
                <a:latin typeface="+mn-ea"/>
              </a:rPr>
              <a:t>- int</a:t>
            </a:r>
            <a:r>
              <a:rPr kumimoji="1" lang="ja-JP" altLang="en-US" sz="1700" dirty="0">
                <a:latin typeface="+mn-ea"/>
              </a:rPr>
              <a:t>型カウンター</a:t>
            </a:r>
          </a:p>
          <a:p>
            <a:r>
              <a:rPr kumimoji="1" lang="ja-JP" altLang="en-US" sz="1700" strike="sngStrike" dirty="0">
                <a:latin typeface="+mn-ea"/>
              </a:rPr>
              <a:t>取り消し線 </a:t>
            </a:r>
            <a:r>
              <a:rPr kumimoji="1" lang="en-US" altLang="ja-JP" sz="1700" strike="sngStrike" dirty="0">
                <a:latin typeface="+mn-ea"/>
              </a:rPr>
              <a:t>(</a:t>
            </a:r>
            <a:r>
              <a:rPr kumimoji="1" lang="af-ZA" altLang="ja-JP" sz="1700" strike="sngStrike" dirty="0">
                <a:latin typeface="+mn-ea"/>
              </a:rPr>
              <a:t>strikethrough) </a:t>
            </a:r>
            <a:r>
              <a:rPr kumimoji="1" lang="af-ZA" altLang="ja-JP" sz="1700" dirty="0">
                <a:latin typeface="+mn-ea"/>
              </a:rPr>
              <a:t>- int</a:t>
            </a:r>
            <a:r>
              <a:rPr kumimoji="1" lang="ja-JP" altLang="en-US" sz="1700" dirty="0">
                <a:latin typeface="+mn-ea"/>
              </a:rPr>
              <a:t>型カウンター</a:t>
            </a:r>
          </a:p>
          <a:p>
            <a:r>
              <a:rPr kumimoji="1" lang="en-US" altLang="ja-JP" sz="1700" dirty="0">
                <a:latin typeface="+mn-ea"/>
                <a:hlinkClick r:id="rId3"/>
              </a:rPr>
              <a:t>http://localhost/</a:t>
            </a:r>
            <a:r>
              <a:rPr kumimoji="1" lang="en-US" altLang="ja-JP" sz="1700" dirty="0">
                <a:latin typeface="+mn-ea"/>
              </a:rPr>
              <a:t> </a:t>
            </a:r>
            <a:r>
              <a:rPr kumimoji="1" lang="ja-JP" altLang="en-US" sz="1700" dirty="0">
                <a:latin typeface="+mn-ea"/>
                <a:hlinkClick r:id="rId4"/>
              </a:rPr>
              <a:t>ハイパーリンク </a:t>
            </a:r>
            <a:r>
              <a:rPr kumimoji="1" lang="en-US" altLang="ja-JP" sz="1700" dirty="0">
                <a:latin typeface="+mn-ea"/>
              </a:rPr>
              <a:t>(</a:t>
            </a:r>
            <a:r>
              <a:rPr kumimoji="1" lang="af-ZA" altLang="ja-JP" sz="1700" dirty="0">
                <a:latin typeface="+mn-ea"/>
              </a:rPr>
              <a:t>hyperlinks) - List[str]</a:t>
            </a:r>
            <a:r>
              <a:rPr kumimoji="1" lang="ja-JP" altLang="en-US" sz="1700" dirty="0">
                <a:latin typeface="+mn-ea"/>
              </a:rPr>
              <a:t>型（</a:t>
            </a:r>
            <a:r>
              <a:rPr kumimoji="1" lang="af-ZA" altLang="ja-JP" sz="1700" dirty="0">
                <a:latin typeface="+mn-ea"/>
              </a:rPr>
              <a:t>URL</a:t>
            </a:r>
            <a:r>
              <a:rPr kumimoji="1" lang="ja-JP" altLang="en-US" sz="1700" dirty="0">
                <a:latin typeface="+mn-ea"/>
              </a:rPr>
              <a:t>のリスト）</a:t>
            </a:r>
          </a:p>
          <a:p>
            <a:r>
              <a:rPr kumimoji="1" lang="ja-JP" altLang="en-US" sz="2400" dirty="0">
                <a:latin typeface="+mn-ea"/>
              </a:rPr>
              <a:t>フォントサイズ </a:t>
            </a:r>
            <a:r>
              <a:rPr kumimoji="1" lang="en-US" altLang="ja-JP" sz="2400" dirty="0">
                <a:latin typeface="+mn-ea"/>
              </a:rPr>
              <a:t>(</a:t>
            </a:r>
            <a:r>
              <a:rPr kumimoji="1" lang="af-ZA" altLang="ja-JP" sz="2400" dirty="0">
                <a:latin typeface="+mn-ea"/>
              </a:rPr>
              <a:t>font_sizes) </a:t>
            </a:r>
            <a:r>
              <a:rPr kumimoji="1" lang="af-ZA" altLang="ja-JP" sz="1700" dirty="0">
                <a:latin typeface="+mn-ea"/>
              </a:rPr>
              <a:t>- List[</a:t>
            </a:r>
            <a:r>
              <a:rPr kumimoji="1" lang="af-ZA" altLang="ja-JP" sz="950" dirty="0">
                <a:latin typeface="+mn-ea"/>
              </a:rPr>
              <a:t>float</a:t>
            </a:r>
            <a:r>
              <a:rPr kumimoji="1" lang="af-ZA" altLang="ja-JP" sz="1700" dirty="0">
                <a:latin typeface="+mn-ea"/>
              </a:rPr>
              <a:t>]</a:t>
            </a:r>
            <a:r>
              <a:rPr kumimoji="1" lang="ja-JP" altLang="en-US" sz="1700" dirty="0">
                <a:latin typeface="+mn-ea"/>
              </a:rPr>
              <a:t>型</a:t>
            </a:r>
          </a:p>
          <a:p>
            <a:r>
              <a:rPr kumimoji="1" lang="ja-JP" altLang="en-US" sz="1700" dirty="0">
                <a:latin typeface="+mn-ea"/>
              </a:rPr>
              <a:t>フォント色 </a:t>
            </a:r>
            <a:r>
              <a:rPr kumimoji="1" lang="en-US" altLang="ja-JP" sz="1700" dirty="0">
                <a:latin typeface="+mn-ea"/>
              </a:rPr>
              <a:t>(</a:t>
            </a:r>
            <a:r>
              <a:rPr kumimoji="1" lang="af-ZA" altLang="ja-JP" sz="1700" dirty="0">
                <a:latin typeface="+mn-ea"/>
              </a:rPr>
              <a:t>font_colors) - List[str]</a:t>
            </a:r>
            <a:r>
              <a:rPr kumimoji="1" lang="ja-JP" altLang="en-US" sz="1700" dirty="0">
                <a:latin typeface="+mn-ea"/>
              </a:rPr>
              <a:t>型</a:t>
            </a:r>
            <a:endParaRPr kumimoji="1" lang="en-US" altLang="ja-JP" sz="1700" dirty="0">
              <a:latin typeface="+mn-ea"/>
            </a:endParaRPr>
          </a:p>
          <a:p>
            <a:r>
              <a:rPr kumimoji="1" lang="ja-JP" altLang="en-US" sz="1700" b="1" i="1" u="sng" strike="sngStrike" dirty="0">
                <a:highlight>
                  <a:srgbClr val="FFFF00"/>
                </a:highlight>
                <a:latin typeface="+mn-ea"/>
              </a:rPr>
              <a:t>ご</a:t>
            </a:r>
            <a:r>
              <a:rPr kumimoji="1" lang="ja-JP" altLang="en-US" sz="1700" b="1" i="1" u="sng" strike="sngStrike" dirty="0">
                <a:latin typeface="+mn-ea"/>
              </a:rPr>
              <a:t>ちゃま</a:t>
            </a:r>
            <a:r>
              <a:rPr kumimoji="1" lang="ja-JP" altLang="en-US" sz="1700" b="1" i="1" u="sng" strike="sngStrike" dirty="0">
                <a:highlight>
                  <a:srgbClr val="FFFF00"/>
                </a:highlight>
                <a:latin typeface="+mn-ea"/>
              </a:rPr>
              <a:t>ぜ</a:t>
            </a:r>
          </a:p>
        </p:txBody>
      </p:sp>
    </p:spTree>
    <p:extLst>
      <p:ext uri="{BB962C8B-B14F-4D97-AF65-F5344CB8AC3E}">
        <p14:creationId xmlns:p14="http://schemas.microsoft.com/office/powerpoint/2010/main" val="11128523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/>
              <a:t>Table</a:t>
            </a:r>
            <a:r>
              <a:rPr dirty="0"/>
              <a:t> Slide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6647501"/>
              </p:ext>
            </p:extLst>
          </p:nvPr>
        </p:nvGraphicFramePr>
        <p:xfrm>
          <a:off x="2547257" y="1280160"/>
          <a:ext cx="36576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r>
                        <a:t>Header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Header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dirty="0"/>
                        <a:t>Data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Data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dirty="0"/>
                        <a:t>Data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Data 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5" name="Table 2">
            <a:extLst>
              <a:ext uri="{FF2B5EF4-FFF2-40B4-BE49-F238E27FC236}">
                <a16:creationId xmlns:a16="http://schemas.microsoft.com/office/drawing/2014/main" id="{CE8DC5B9-0ADE-8A69-BE1F-48E90BB63F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3220775"/>
              </p:ext>
            </p:extLst>
          </p:nvPr>
        </p:nvGraphicFramePr>
        <p:xfrm>
          <a:off x="1300842" y="2590801"/>
          <a:ext cx="6542315" cy="377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97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25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r>
                        <a:rPr lang="ja-JP" altLang="en-US" dirty="0"/>
                        <a:t>表２項目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altLang="en-US" dirty="0"/>
                        <a:t>表示値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ja-JP" altLang="en-US" dirty="0"/>
                        <a:t>太字 </a:t>
                      </a:r>
                      <a:r>
                        <a:rPr lang="en-US" altLang="ja-JP" dirty="0"/>
                        <a:t>(</a:t>
                      </a:r>
                      <a:r>
                        <a:rPr lang="af-ZA" altLang="ja-JP" dirty="0"/>
                        <a:t>bolded) 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altLang="en-US" b="1" dirty="0"/>
                        <a:t>むかしむかし</a:t>
                      </a:r>
                      <a:endParaRPr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ja-JP" altLang="en-US" dirty="0"/>
                        <a:t>斜体 </a:t>
                      </a:r>
                      <a:r>
                        <a:rPr lang="en-US" altLang="ja-JP" dirty="0"/>
                        <a:t>(</a:t>
                      </a:r>
                      <a:r>
                        <a:rPr lang="af-ZA" altLang="ja-JP" dirty="0"/>
                        <a:t>italic) 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b="0" i="1" dirty="0"/>
                        <a:t>あるところに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ja-JP" altLang="en-US" dirty="0"/>
                        <a:t>下線 </a:t>
                      </a:r>
                      <a:r>
                        <a:rPr lang="en-US" altLang="ja-JP" dirty="0"/>
                        <a:t>(</a:t>
                      </a:r>
                      <a:r>
                        <a:rPr lang="af-ZA" altLang="ja-JP" dirty="0"/>
                        <a:t>underlined) 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altLang="en-US" b="0" u="sng" dirty="0"/>
                        <a:t>おじいさんと</a:t>
                      </a:r>
                      <a:endParaRPr b="0" u="sn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5732877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ja-JP" altLang="en-US" dirty="0"/>
                        <a:t>ハイライト </a:t>
                      </a:r>
                      <a:r>
                        <a:rPr lang="en-US" altLang="ja-JP" dirty="0"/>
                        <a:t>(</a:t>
                      </a:r>
                      <a:r>
                        <a:rPr lang="af-ZA" altLang="ja-JP" dirty="0"/>
                        <a:t>highlighted) 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altLang="en-US" dirty="0">
                          <a:highlight>
                            <a:srgbClr val="00FF00"/>
                          </a:highlight>
                        </a:rPr>
                        <a:t>おばあさん</a:t>
                      </a:r>
                      <a:r>
                        <a:rPr lang="ja-JP" altLang="en-US" dirty="0">
                          <a:highlight>
                            <a:srgbClr val="FFFF00"/>
                          </a:highlight>
                        </a:rPr>
                        <a:t>が</a:t>
                      </a:r>
                      <a:endParaRPr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5894364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ja-JP" altLang="en-US" dirty="0"/>
                        <a:t>取り消し線 </a:t>
                      </a:r>
                      <a:r>
                        <a:rPr lang="en-US" altLang="ja-JP" dirty="0"/>
                        <a:t>(</a:t>
                      </a:r>
                      <a:r>
                        <a:rPr lang="af-ZA" altLang="ja-JP" dirty="0"/>
                        <a:t>strikethrough) 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altLang="en-US" b="0" strike="sngStrike" dirty="0"/>
                        <a:t>住んでいました</a:t>
                      </a:r>
                      <a:endParaRPr b="0" strike="sngStrik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729145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ja-JP" altLang="en-US" dirty="0"/>
                        <a:t>ハイパーリンク</a:t>
                      </a:r>
                      <a:r>
                        <a:rPr lang="en-US" altLang="ja-JP" dirty="0"/>
                        <a:t>(</a:t>
                      </a:r>
                      <a:r>
                        <a:rPr lang="af-ZA" altLang="ja-JP" dirty="0"/>
                        <a:t>hyperlinks</a:t>
                      </a:r>
                      <a:r>
                        <a:rPr lang="en-US" altLang="ja-JP" dirty="0"/>
                        <a:t>)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b="0" dirty="0">
                          <a:latin typeface="+mn-ea"/>
                          <a:hlinkClick r:id="rId2"/>
                        </a:rPr>
                        <a:t>ある</a:t>
                      </a:r>
                      <a:r>
                        <a:rPr kumimoji="1" lang="ja-JP" altLang="en-US" b="0" dirty="0">
                          <a:latin typeface="+mn-ea"/>
                          <a:hlinkClick r:id="rId3" action="ppaction://hlinkpres?slideindex=1&amp;slidetitle="/>
                        </a:rPr>
                        <a:t>日</a:t>
                      </a:r>
                      <a:endParaRPr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5577619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ja-JP" altLang="en-US" dirty="0"/>
                        <a:t>フォントサイズ </a:t>
                      </a:r>
                      <a:r>
                        <a:rPr lang="en-US" altLang="ja-JP" dirty="0"/>
                        <a:t>(</a:t>
                      </a:r>
                      <a:r>
                        <a:rPr lang="af-ZA" altLang="ja-JP" dirty="0"/>
                        <a:t>font_sizes) 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1050" b="0" dirty="0"/>
                        <a:t>おじいさんは</a:t>
                      </a:r>
                      <a:r>
                        <a:rPr lang="ja-JP" altLang="en-US" sz="1400" b="0" dirty="0"/>
                        <a:t>山へ</a:t>
                      </a:r>
                      <a:r>
                        <a:rPr lang="ja-JP" altLang="en-US" sz="2000" b="0" dirty="0"/>
                        <a:t>芝刈に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0067317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ja-JP" altLang="en-US" dirty="0"/>
                        <a:t>フォントの色</a:t>
                      </a:r>
                      <a:r>
                        <a:rPr lang="af-ZA" altLang="ja-JP" dirty="0"/>
                        <a:t>(font_colors)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>
                          <a:solidFill>
                            <a:srgbClr val="00FF00"/>
                          </a:solidFill>
                          <a:latin typeface="+mn-ea"/>
                        </a:rPr>
                        <a:t>おばあさんは</a:t>
                      </a:r>
                      <a:r>
                        <a:rPr kumimoji="1" lang="ja-JP" altLang="en-US" dirty="0">
                          <a:solidFill>
                            <a:schemeClr val="accent1"/>
                          </a:solidFill>
                          <a:latin typeface="+mn-ea"/>
                        </a:rPr>
                        <a:t>川へ</a:t>
                      </a:r>
                      <a:r>
                        <a:rPr kumimoji="1" lang="ja-JP" altLang="en-US" dirty="0">
                          <a:solidFill>
                            <a:srgbClr val="00B050"/>
                          </a:solidFill>
                          <a:latin typeface="+mn-ea"/>
                        </a:rPr>
                        <a:t>洗濯に</a:t>
                      </a:r>
                      <a:endParaRPr dirty="0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559706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altLang="ja-JP" dirty="0"/>
                        <a:t>MIX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altLang="en-US" sz="1400" dirty="0">
                          <a:solidFill>
                            <a:srgbClr val="00FF00"/>
                          </a:solidFill>
                          <a:highlight>
                            <a:srgbClr val="000080"/>
                          </a:highlight>
                        </a:rPr>
                        <a:t>いきました。</a:t>
                      </a:r>
                      <a:r>
                        <a:rPr lang="ja-JP" altLang="en-US" sz="2400" b="1" i="1" u="sng" dirty="0"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highlight>
                            <a:srgbClr val="00FF00"/>
                          </a:highlight>
                        </a:rPr>
                        <a:t>そのとき</a:t>
                      </a:r>
                      <a:endParaRPr sz="1400" b="1" i="1" u="sng" dirty="0">
                        <a:solidFill>
                          <a:srgbClr val="C0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48269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488</Words>
  <Application>Microsoft Office PowerPoint</Application>
  <PresentationFormat>画面に合わせる (4:3)</PresentationFormat>
  <Paragraphs>55</Paragraphs>
  <Slides>4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8" baseType="lpstr">
      <vt:lpstr>游ゴシック</vt:lpstr>
      <vt:lpstr>Arial</vt:lpstr>
      <vt:lpstr>Calibri</vt:lpstr>
      <vt:lpstr>Office Theme</vt:lpstr>
      <vt:lpstr>Complex Test Presentation</vt:lpstr>
      <vt:lpstr>Text Slide</vt:lpstr>
      <vt:lpstr>Text Slide 2nd</vt:lpstr>
      <vt:lpstr>Table Slide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哲 潮村</cp:lastModifiedBy>
  <cp:revision>14</cp:revision>
  <dcterms:created xsi:type="dcterms:W3CDTF">2013-01-27T09:14:16Z</dcterms:created>
  <dcterms:modified xsi:type="dcterms:W3CDTF">2025-09-03T10:47:55Z</dcterms:modified>
  <cp:category/>
</cp:coreProperties>
</file>