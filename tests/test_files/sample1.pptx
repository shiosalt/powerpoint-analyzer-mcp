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99F72-19C1-17BE-18DC-3D9E85290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920816-0DCF-3C08-B6E5-78B6C5919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E5F141-2B8A-732B-311C-5A5E6B47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E050A-ACBF-8290-1DE0-E96C47A3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E1855A-FF93-B9CF-0788-0DAC91CB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69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76E39-79C4-51E4-8B4D-74581C47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F9E674-100D-1EA1-8D78-53D26941A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41C583-8C5A-6C87-AFA9-6429E997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ECFD73-23B0-5118-E4BA-FAFC0B76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5E09BB-3046-8C3A-4806-9F1BB218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99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AF0AAF-35E6-99E2-B9A5-4472E3A8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B7B55C-FDA2-5C41-9B0A-80D9C859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12CE94-CDA2-16F6-953C-919143FD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FA4B7-09AA-3901-3533-DE461043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660B5E-3C9F-9FBC-E92D-9D5A2B07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70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4F6BA3-8158-2302-AD7F-B41774D8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0BE518-B1C0-B848-AFAC-0D57D30AF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FA0116-ECC5-E947-36FE-13A41D0ED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177D8B-30C1-8535-361A-B6A3BE3C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E565B8-3616-2271-82E8-A4281EBC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F7CC7D-B6DE-D839-CD29-134965D6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50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2AB058-9CC5-D067-A82F-E5DE7043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80B6D0-FEE6-1679-3701-FFE70B384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81D36B-61D6-2AA1-A97D-8BCA550F7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84DDB1-4250-4228-72CB-C65B0D260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462473-D413-FCBA-71EE-9040BB0BE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22D964-CB29-FF27-7869-3354B1E1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AF91FB-B818-2CF4-B3DF-7ED1C6FA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A656FC-E382-C4C2-E46B-CB5DDECE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15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A2169E-3108-3271-ADE8-02D4CD11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6F3E49-0E4E-DFAD-EAE0-61D6232F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BE52E9-D35F-7785-2DBF-DA51181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3BFA7A-2558-61D8-D6F6-DE2EEE23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1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9E0405-3A84-1735-B319-8CE12751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27657D-CCC8-4867-4E08-CC96C5FF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53206-6811-EAEC-4FD8-49F4CA1F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25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C73F7-2408-9EBA-6ED8-6A0720316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0E50C2-9543-EE7E-4684-BFD050B7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555DB4-D3E4-CE47-D386-5A6239000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7815DC-876C-88C5-5293-88BE0A00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29DD0B-5FE5-5904-E4CA-68DBCD0C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F1B521-EEBD-1072-A7CA-548102F5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5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20AFC-78F8-08DD-0E64-FB23E38C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56A9C9-D8EC-B09E-0317-171E34CB4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008791-A099-12A5-E393-FF34F12AD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B762FE-7322-8428-1926-960EF6AE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3B2DC6-5D82-6F5A-1765-F4E85485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482909-C88F-4B86-7105-F616F316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23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E93C7-BE46-F6AE-BDF6-13A205F4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39400C-9694-E84E-307E-0BE6E85E8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F0A6-D97F-9AB0-D3C4-A715B938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84C19F-59AE-AC5D-83B3-DED44E4A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AE8E-F57A-2EB3-3118-F91DFDC1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29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6B0BFC-A93C-5D3B-42E0-5F8F0B8FA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D90F24-357E-5EC2-EEE2-C7E668BF4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221B3D-9D76-8639-2141-2160801B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ED20B3-B7C4-8909-4FD7-48574570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A6310-06DA-056E-EBBB-EE9374B9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03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F69D91A-B48A-20B5-A380-2B8408AB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D76236-2CDE-E9B0-D47D-FAA01C69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67F512-4759-5BBF-C62B-13315E20C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D00CF-EE6F-4469-8FA0-E003B314297E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DED2F1-B0D9-755F-82A3-FC2955B9A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186015-6DE8-7A2F-B0F7-51A04F1FB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92E72-4965-4004-96E6-004A645984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64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3B5DB-549A-F9D5-FB26-9083BB86F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サンプルタイトル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84FD50-A6FE-BCBF-B1BB-74BF7BE47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サンプル 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19762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サンプルタイトル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 潮村</dc:creator>
  <cp:lastModifiedBy>哲 潮村</cp:lastModifiedBy>
  <cp:revision>1</cp:revision>
  <dcterms:created xsi:type="dcterms:W3CDTF">2025-08-31T07:00:16Z</dcterms:created>
  <dcterms:modified xsi:type="dcterms:W3CDTF">2025-08-31T07:00:50Z</dcterms:modified>
</cp:coreProperties>
</file>