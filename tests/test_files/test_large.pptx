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presentationml.presentation.main+xml"/>
  <Override PartName="/ppt/slides/slide1.xml" ContentType="application/vnd.openxmlformats-presentationml.slide+xml"/>
  <Override PartName="/ppt/slides/slide2.xml" ContentType="application/vnd.openxmlformats-presentationml.slide+xml"/>
  <Override PartName="/ppt/slides/slide3.xml" ContentType="application/vnd.openxmlformats-presentationml.slide+xml"/>
  <Override PartName="/ppt/slides/slide4.xml" ContentType="application/vnd.openxmlformats-presentationml.slide+xml"/>
  <Override PartName="/ppt/slides/slide5.xml" ContentType="application/vnd.openxmlformats-presentationml.slide+xml"/>
  <Override PartName="/ppt/slides/slide6.xml" ContentType="application/vnd.openxmlformats-presentationml.slide+xml"/>
  <Override PartName="/ppt/slides/slide7.xml" ContentType="application/vnd.openxmlformats-presentationml.slide+xml"/>
  <Override PartName="/ppt/slides/slide8.xml" ContentType="application/vnd.openxmlformats-presentationml.slide+xml"/>
  <Override PartName="/ppt/slides/slide9.xml" ContentType="application/vnd.openxmlformats-presentationml.slide+xml"/>
  <Override PartName="/ppt/slides/slide10.xml" ContentType="application/vnd.openxmlformats-presentationml.slide+xml"/>
  <Override PartName="/ppt/slides/slide11.xml" ContentType="application/vnd.openxmlformats-presentationml.slide+xml"/>
  <Override PartName="/ppt/slides/slide12.xml" ContentType="application/vnd.openxmlformats-presentationml.slide+xml"/>
  <Override PartName="/ppt/slides/slide13.xml" ContentType="application/vnd.openxmlformats-presentationml.slide+xml"/>
  <Override PartName="/ppt/slides/slide14.xml" ContentType="application/vnd.openxmlformats-presentationml.slide+xml"/>
  <Override PartName="/ppt/slides/slide15.xml" ContentType="application/vnd.openxmlformats-presentationml.slide+xml"/>
  <Override PartName="/ppt/slides/slide16.xml" ContentType="application/vnd.openxmlformats-presentationml.slide+xml"/>
  <Override PartName="/ppt/slides/slide17.xml" ContentType="application/vnd.openxmlformats-presentationml.slide+xml"/>
  <Override PartName="/ppt/slides/slide18.xml" ContentType="application/vnd.openxmlformats-presentationml.slide+xml"/>
  <Override PartName="/ppt/slides/slide19.xml" ContentType="application/vnd.openxmlformats-presentationml.slide+xml"/>
  <Override PartName="/ppt/slides/slide20.xml" ContentType="application/vnd.openxmlformats-presentationml.slide+xml"/>
  <Override PartName="/ppt/slideLayouts/slideLayout1.xml" ContentType="application/vnd.openxmlformats-presentationml.slideLayout+xml"/>
  <Override PartName="/ppt/slideMasters/slideMaster1.xml" ContentType="application/vnd.openxmlformats-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theme" Target="theme/theme1.xml"/>
</Relationships>
</file>

<file path=ppt/slideLayouts/slideLayout1.xml><?xml version="1.0" encoding="utf-8"?>
<p:sldLayout xmlns:p="http://schemas.openxmlformats.org/presentationml/2006/main" xmlns:a="http://schemas.openxmlformats.org/drawingml/2006/main" type="titleAndContent" preserve="1">
  <p:cSld name="Title and Conten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standalone="yes"?>
<p:sldMaster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a:t>Large Test Presentation - Slide 1</a:t>
            </a:r>
          </a:p>
        </p:txBody>
      </p:sp>
      <p:sp>
        <p:nvSpPr>
          <p:cNvPr id="3" name="Content 1"/>
          <p:cNvSpPr>
            <a:spLocks noGrp="1"/>
          </p:cNvSpPr>
          <p:nvPr>
            <p:ph type="body" idx="1"/>
          </p:nvPr>
        </p:nvSpPr>
        <p:spPr/>
        <p:txBody>
          <a:bodyPr/>
          <a:lstStyle/>
          <a:p>
            <a:r>
              <a:rPr lang="en-US"/>
              <a:t>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This is slide 1 with lots of content.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2"/>
          <p:cNvSpPr>
            <a:spLocks noGrp="1"/>
          </p:cNvSpPr>
          <p:nvPr>
            <p:ph type="title"/>
          </p:nvPr>
        </p:nvSpPr>
        <p:spPr/>
        <p:txBody>
          <a:bodyPr/>
          <a:lstStyle/>
          <a:p>
            <a:r>
              <a:rPr lang="en-US" sz="4400" b="1"/>
              <a:t>Large Test Presentation - Slide 2</a:t>
            </a:r>
          </a:p>
        </p:txBody>
      </p:sp>
      <p:sp>
        <p:nvSpPr>
          <p:cNvPr id="3" name="Content 2"/>
          <p:cNvSpPr>
            <a:spLocks noGrp="1"/>
          </p:cNvSpPr>
          <p:nvPr>
            <p:ph type="body" idx="1"/>
          </p:nvPr>
        </p:nvSpPr>
        <p:spPr/>
        <p:txBody>
          <a:bodyPr/>
          <a:lstStyle/>
          <a:p>
            <a:r>
              <a:rPr lang="en-US"/>
              <a:t>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This is slide 2 with lots of content. </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3"/>
          <p:cNvSpPr>
            <a:spLocks noGrp="1"/>
          </p:cNvSpPr>
          <p:nvPr>
            <p:ph type="title"/>
          </p:nvPr>
        </p:nvSpPr>
        <p:spPr/>
        <p:txBody>
          <a:bodyPr/>
          <a:lstStyle/>
          <a:p>
            <a:r>
              <a:rPr lang="en-US" sz="4400" b="1"/>
              <a:t>Large Test Presentation - Slide 3</a:t>
            </a:r>
          </a:p>
        </p:txBody>
      </p:sp>
      <p:sp>
        <p:nvSpPr>
          <p:cNvPr id="3" name="Content 3"/>
          <p:cNvSpPr>
            <a:spLocks noGrp="1"/>
          </p:cNvSpPr>
          <p:nvPr>
            <p:ph type="body" idx="1"/>
          </p:nvPr>
        </p:nvSpPr>
        <p:spPr/>
        <p:txBody>
          <a:bodyPr/>
          <a:lstStyle/>
          <a:p>
            <a:r>
              <a:rPr lang="en-US"/>
              <a:t>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This is slide 3 with lots of content.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4"/>
          <p:cNvSpPr>
            <a:spLocks noGrp="1"/>
          </p:cNvSpPr>
          <p:nvPr>
            <p:ph type="title"/>
          </p:nvPr>
        </p:nvSpPr>
        <p:spPr/>
        <p:txBody>
          <a:bodyPr/>
          <a:lstStyle/>
          <a:p>
            <a:r>
              <a:rPr lang="en-US" sz="4400" b="1"/>
              <a:t>Large Test Presentation - Slide 4</a:t>
            </a:r>
          </a:p>
        </p:txBody>
      </p:sp>
      <p:sp>
        <p:nvSpPr>
          <p:cNvPr id="3" name="Content 4"/>
          <p:cNvSpPr>
            <a:spLocks noGrp="1"/>
          </p:cNvSpPr>
          <p:nvPr>
            <p:ph type="body" idx="1"/>
          </p:nvPr>
        </p:nvSpPr>
        <p:spPr/>
        <p:txBody>
          <a:bodyPr/>
          <a:lstStyle/>
          <a:p>
            <a:r>
              <a:rPr lang="en-US"/>
              <a:t>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This is slide 4 with lots of content. </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5"/>
          <p:cNvSpPr>
            <a:spLocks noGrp="1"/>
          </p:cNvSpPr>
          <p:nvPr>
            <p:ph type="title"/>
          </p:nvPr>
        </p:nvSpPr>
        <p:spPr/>
        <p:txBody>
          <a:bodyPr/>
          <a:lstStyle/>
          <a:p>
            <a:r>
              <a:rPr lang="en-US" sz="4400" b="1"/>
              <a:t>Large Test Presentation - Slide 5</a:t>
            </a:r>
          </a:p>
        </p:txBody>
      </p:sp>
      <p:sp>
        <p:nvSpPr>
          <p:cNvPr id="3" name="Content 5"/>
          <p:cNvSpPr>
            <a:spLocks noGrp="1"/>
          </p:cNvSpPr>
          <p:nvPr>
            <p:ph type="body" idx="1"/>
          </p:nvPr>
        </p:nvSpPr>
        <p:spPr/>
        <p:txBody>
          <a:bodyPr/>
          <a:lstStyle/>
          <a:p>
            <a:r>
              <a:rPr lang="en-US"/>
              <a:t>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This is slide 5 with lots of content. </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6"/>
          <p:cNvSpPr>
            <a:spLocks noGrp="1"/>
          </p:cNvSpPr>
          <p:nvPr>
            <p:ph type="title"/>
          </p:nvPr>
        </p:nvSpPr>
        <p:spPr/>
        <p:txBody>
          <a:bodyPr/>
          <a:lstStyle/>
          <a:p>
            <a:r>
              <a:rPr lang="en-US" sz="4400" b="1"/>
              <a:t>Large Test Presentation - Slide 6</a:t>
            </a:r>
          </a:p>
        </p:txBody>
      </p:sp>
      <p:sp>
        <p:nvSpPr>
          <p:cNvPr id="3" name="Content 6"/>
          <p:cNvSpPr>
            <a:spLocks noGrp="1"/>
          </p:cNvSpPr>
          <p:nvPr>
            <p:ph type="body" idx="1"/>
          </p:nvPr>
        </p:nvSpPr>
        <p:spPr/>
        <p:txBody>
          <a:bodyPr/>
          <a:lstStyle/>
          <a:p>
            <a:r>
              <a:rPr lang="en-US"/>
              <a:t>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This is slide 6 with lots of content. </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7"/>
          <p:cNvSpPr>
            <a:spLocks noGrp="1"/>
          </p:cNvSpPr>
          <p:nvPr>
            <p:ph type="title"/>
          </p:nvPr>
        </p:nvSpPr>
        <p:spPr/>
        <p:txBody>
          <a:bodyPr/>
          <a:lstStyle/>
          <a:p>
            <a:r>
              <a:rPr lang="en-US" sz="4400" b="1"/>
              <a:t>Large Test Presentation - Slide 7</a:t>
            </a:r>
          </a:p>
        </p:txBody>
      </p:sp>
      <p:sp>
        <p:nvSpPr>
          <p:cNvPr id="3" name="Content 7"/>
          <p:cNvSpPr>
            <a:spLocks noGrp="1"/>
          </p:cNvSpPr>
          <p:nvPr>
            <p:ph type="body" idx="1"/>
          </p:nvPr>
        </p:nvSpPr>
        <p:spPr/>
        <p:txBody>
          <a:bodyPr/>
          <a:lstStyle/>
          <a:p>
            <a:r>
              <a:rPr lang="en-US"/>
              <a:t>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This is slide 7 with lots of content. </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8"/>
          <p:cNvSpPr>
            <a:spLocks noGrp="1"/>
          </p:cNvSpPr>
          <p:nvPr>
            <p:ph type="title"/>
          </p:nvPr>
        </p:nvSpPr>
        <p:spPr/>
        <p:txBody>
          <a:bodyPr/>
          <a:lstStyle/>
          <a:p>
            <a:r>
              <a:rPr lang="en-US" sz="4400" b="1"/>
              <a:t>Large Test Presentation - Slide 8</a:t>
            </a:r>
          </a:p>
        </p:txBody>
      </p:sp>
      <p:sp>
        <p:nvSpPr>
          <p:cNvPr id="3" name="Content 8"/>
          <p:cNvSpPr>
            <a:spLocks noGrp="1"/>
          </p:cNvSpPr>
          <p:nvPr>
            <p:ph type="body" idx="1"/>
          </p:nvPr>
        </p:nvSpPr>
        <p:spPr/>
        <p:txBody>
          <a:bodyPr/>
          <a:lstStyle/>
          <a:p>
            <a:r>
              <a:rPr lang="en-US"/>
              <a:t>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This is slide 8 with lots of content. </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9"/>
          <p:cNvSpPr>
            <a:spLocks noGrp="1"/>
          </p:cNvSpPr>
          <p:nvPr>
            <p:ph type="title"/>
          </p:nvPr>
        </p:nvSpPr>
        <p:spPr/>
        <p:txBody>
          <a:bodyPr/>
          <a:lstStyle/>
          <a:p>
            <a:r>
              <a:rPr lang="en-US" sz="4400" b="1"/>
              <a:t>Large Test Presentation - Slide 9</a:t>
            </a:r>
          </a:p>
        </p:txBody>
      </p:sp>
      <p:sp>
        <p:nvSpPr>
          <p:cNvPr id="3" name="Content 9"/>
          <p:cNvSpPr>
            <a:spLocks noGrp="1"/>
          </p:cNvSpPr>
          <p:nvPr>
            <p:ph type="body" idx="1"/>
          </p:nvPr>
        </p:nvSpPr>
        <p:spPr/>
        <p:txBody>
          <a:bodyPr/>
          <a:lstStyle/>
          <a:p>
            <a:r>
              <a:rPr lang="en-US"/>
              <a:t>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This is slide 9 with lots of content. </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10"/>
          <p:cNvSpPr>
            <a:spLocks noGrp="1"/>
          </p:cNvSpPr>
          <p:nvPr>
            <p:ph type="title"/>
          </p:nvPr>
        </p:nvSpPr>
        <p:spPr/>
        <p:txBody>
          <a:bodyPr/>
          <a:lstStyle/>
          <a:p>
            <a:r>
              <a:rPr lang="en-US" sz="4400" b="1"/>
              <a:t>Large Test Presentation - Slide 10</a:t>
            </a:r>
          </a:p>
        </p:txBody>
      </p:sp>
      <p:sp>
        <p:nvSpPr>
          <p:cNvPr id="3" name="Content 10"/>
          <p:cNvSpPr>
            <a:spLocks noGrp="1"/>
          </p:cNvSpPr>
          <p:nvPr>
            <p:ph type="body" idx="1"/>
          </p:nvPr>
        </p:nvSpPr>
        <p:spPr/>
        <p:txBody>
          <a:bodyPr/>
          <a:lstStyle/>
          <a:p>
            <a:r>
              <a:rPr lang="en-US"/>
              <a:t>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This is slide 10 with lots of content. </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11"/>
          <p:cNvSpPr>
            <a:spLocks noGrp="1"/>
          </p:cNvSpPr>
          <p:nvPr>
            <p:ph type="title"/>
          </p:nvPr>
        </p:nvSpPr>
        <p:spPr/>
        <p:txBody>
          <a:bodyPr/>
          <a:lstStyle/>
          <a:p>
            <a:r>
              <a:rPr lang="en-US" sz="4400" b="1"/>
              <a:t>Large Test Presentation - Slide 11</a:t>
            </a:r>
          </a:p>
        </p:txBody>
      </p:sp>
      <p:sp>
        <p:nvSpPr>
          <p:cNvPr id="3" name="Content 11"/>
          <p:cNvSpPr>
            <a:spLocks noGrp="1"/>
          </p:cNvSpPr>
          <p:nvPr>
            <p:ph type="body" idx="1"/>
          </p:nvPr>
        </p:nvSpPr>
        <p:spPr/>
        <p:txBody>
          <a:bodyPr/>
          <a:lstStyle/>
          <a:p>
            <a:r>
              <a:rPr lang="en-US"/>
              <a:t>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This is slide 11 with lots of content. </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12"/>
          <p:cNvSpPr>
            <a:spLocks noGrp="1"/>
          </p:cNvSpPr>
          <p:nvPr>
            <p:ph type="title"/>
          </p:nvPr>
        </p:nvSpPr>
        <p:spPr/>
        <p:txBody>
          <a:bodyPr/>
          <a:lstStyle/>
          <a:p>
            <a:r>
              <a:rPr lang="en-US" sz="4400" b="1"/>
              <a:t>Large Test Presentation - Slide 12</a:t>
            </a:r>
          </a:p>
        </p:txBody>
      </p:sp>
      <p:sp>
        <p:nvSpPr>
          <p:cNvPr id="3" name="Content 12"/>
          <p:cNvSpPr>
            <a:spLocks noGrp="1"/>
          </p:cNvSpPr>
          <p:nvPr>
            <p:ph type="body" idx="1"/>
          </p:nvPr>
        </p:nvSpPr>
        <p:spPr/>
        <p:txBody>
          <a:bodyPr/>
          <a:lstStyle/>
          <a:p>
            <a:r>
              <a:rPr lang="en-US"/>
              <a:t>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This is slide 12 with lots of content. </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13"/>
          <p:cNvSpPr>
            <a:spLocks noGrp="1"/>
          </p:cNvSpPr>
          <p:nvPr>
            <p:ph type="title"/>
          </p:nvPr>
        </p:nvSpPr>
        <p:spPr/>
        <p:txBody>
          <a:bodyPr/>
          <a:lstStyle/>
          <a:p>
            <a:r>
              <a:rPr lang="en-US" sz="4400" b="1"/>
              <a:t>Large Test Presentation - Slide 13</a:t>
            </a:r>
          </a:p>
        </p:txBody>
      </p:sp>
      <p:sp>
        <p:nvSpPr>
          <p:cNvPr id="3" name="Content 13"/>
          <p:cNvSpPr>
            <a:spLocks noGrp="1"/>
          </p:cNvSpPr>
          <p:nvPr>
            <p:ph type="body" idx="1"/>
          </p:nvPr>
        </p:nvSpPr>
        <p:spPr/>
        <p:txBody>
          <a:bodyPr/>
          <a:lstStyle/>
          <a:p>
            <a:r>
              <a:rPr lang="en-US"/>
              <a:t>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This is slide 13 with lots of content. </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14"/>
          <p:cNvSpPr>
            <a:spLocks noGrp="1"/>
          </p:cNvSpPr>
          <p:nvPr>
            <p:ph type="title"/>
          </p:nvPr>
        </p:nvSpPr>
        <p:spPr/>
        <p:txBody>
          <a:bodyPr/>
          <a:lstStyle/>
          <a:p>
            <a:r>
              <a:rPr lang="en-US" sz="4400" b="1"/>
              <a:t>Large Test Presentation - Slide 14</a:t>
            </a:r>
          </a:p>
        </p:txBody>
      </p:sp>
      <p:sp>
        <p:nvSpPr>
          <p:cNvPr id="3" name="Content 14"/>
          <p:cNvSpPr>
            <a:spLocks noGrp="1"/>
          </p:cNvSpPr>
          <p:nvPr>
            <p:ph type="body" idx="1"/>
          </p:nvPr>
        </p:nvSpPr>
        <p:spPr/>
        <p:txBody>
          <a:bodyPr/>
          <a:lstStyle/>
          <a:p>
            <a:r>
              <a:rPr lang="en-US"/>
              <a:t>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This is slide 14 with lots of content. </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15"/>
          <p:cNvSpPr>
            <a:spLocks noGrp="1"/>
          </p:cNvSpPr>
          <p:nvPr>
            <p:ph type="title"/>
          </p:nvPr>
        </p:nvSpPr>
        <p:spPr/>
        <p:txBody>
          <a:bodyPr/>
          <a:lstStyle/>
          <a:p>
            <a:r>
              <a:rPr lang="en-US" sz="4400" b="1"/>
              <a:t>Large Test Presentation - Slide 15</a:t>
            </a:r>
          </a:p>
        </p:txBody>
      </p:sp>
      <p:sp>
        <p:nvSpPr>
          <p:cNvPr id="3" name="Content 15"/>
          <p:cNvSpPr>
            <a:spLocks noGrp="1"/>
          </p:cNvSpPr>
          <p:nvPr>
            <p:ph type="body" idx="1"/>
          </p:nvPr>
        </p:nvSpPr>
        <p:spPr/>
        <p:txBody>
          <a:bodyPr/>
          <a:lstStyle/>
          <a:p>
            <a:r>
              <a:rPr lang="en-US"/>
              <a:t>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This is slide 15 with lots of content. </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16"/>
          <p:cNvSpPr>
            <a:spLocks noGrp="1"/>
          </p:cNvSpPr>
          <p:nvPr>
            <p:ph type="title"/>
          </p:nvPr>
        </p:nvSpPr>
        <p:spPr/>
        <p:txBody>
          <a:bodyPr/>
          <a:lstStyle/>
          <a:p>
            <a:r>
              <a:rPr lang="en-US" sz="4400" b="1"/>
              <a:t>Large Test Presentation - Slide 16</a:t>
            </a:r>
          </a:p>
        </p:txBody>
      </p:sp>
      <p:sp>
        <p:nvSpPr>
          <p:cNvPr id="3" name="Content 16"/>
          <p:cNvSpPr>
            <a:spLocks noGrp="1"/>
          </p:cNvSpPr>
          <p:nvPr>
            <p:ph type="body" idx="1"/>
          </p:nvPr>
        </p:nvSpPr>
        <p:spPr/>
        <p:txBody>
          <a:bodyPr/>
          <a:lstStyle/>
          <a:p>
            <a:r>
              <a:rPr lang="en-US"/>
              <a:t>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This is slide 16 with lots of content. </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17"/>
          <p:cNvSpPr>
            <a:spLocks noGrp="1"/>
          </p:cNvSpPr>
          <p:nvPr>
            <p:ph type="title"/>
          </p:nvPr>
        </p:nvSpPr>
        <p:spPr/>
        <p:txBody>
          <a:bodyPr/>
          <a:lstStyle/>
          <a:p>
            <a:r>
              <a:rPr lang="en-US" sz="4400" b="1"/>
              <a:t>Large Test Presentation - Slide 17</a:t>
            </a:r>
          </a:p>
        </p:txBody>
      </p:sp>
      <p:sp>
        <p:nvSpPr>
          <p:cNvPr id="3" name="Content 17"/>
          <p:cNvSpPr>
            <a:spLocks noGrp="1"/>
          </p:cNvSpPr>
          <p:nvPr>
            <p:ph type="body" idx="1"/>
          </p:nvPr>
        </p:nvSpPr>
        <p:spPr/>
        <p:txBody>
          <a:bodyPr/>
          <a:lstStyle/>
          <a:p>
            <a:r>
              <a:rPr lang="en-US"/>
              <a:t>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This is slide 17 with lots of content. </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18"/>
          <p:cNvSpPr>
            <a:spLocks noGrp="1"/>
          </p:cNvSpPr>
          <p:nvPr>
            <p:ph type="title"/>
          </p:nvPr>
        </p:nvSpPr>
        <p:spPr/>
        <p:txBody>
          <a:bodyPr/>
          <a:lstStyle/>
          <a:p>
            <a:r>
              <a:rPr lang="en-US" sz="4400" b="1"/>
              <a:t>Large Test Presentation - Slide 18</a:t>
            </a:r>
          </a:p>
        </p:txBody>
      </p:sp>
      <p:sp>
        <p:nvSpPr>
          <p:cNvPr id="3" name="Content 18"/>
          <p:cNvSpPr>
            <a:spLocks noGrp="1"/>
          </p:cNvSpPr>
          <p:nvPr>
            <p:ph type="body" idx="1"/>
          </p:nvPr>
        </p:nvSpPr>
        <p:spPr/>
        <p:txBody>
          <a:bodyPr/>
          <a:lstStyle/>
          <a:p>
            <a:r>
              <a:rPr lang="en-US"/>
              <a:t>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This is slide 18 with lots of content. </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19"/>
          <p:cNvSpPr>
            <a:spLocks noGrp="1"/>
          </p:cNvSpPr>
          <p:nvPr>
            <p:ph type="title"/>
          </p:nvPr>
        </p:nvSpPr>
        <p:spPr/>
        <p:txBody>
          <a:bodyPr/>
          <a:lstStyle/>
          <a:p>
            <a:r>
              <a:rPr lang="en-US" sz="4400" b="1"/>
              <a:t>Large Test Presentation - Slide 19</a:t>
            </a:r>
          </a:p>
        </p:txBody>
      </p:sp>
      <p:sp>
        <p:nvSpPr>
          <p:cNvPr id="3" name="Content 19"/>
          <p:cNvSpPr>
            <a:spLocks noGrp="1"/>
          </p:cNvSpPr>
          <p:nvPr>
            <p:ph type="body" idx="1"/>
          </p:nvPr>
        </p:nvSpPr>
        <p:spPr/>
        <p:txBody>
          <a:bodyPr/>
          <a:lstStyle/>
          <a:p>
            <a:r>
              <a:rPr lang="en-US"/>
              <a:t>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This is slide 19 with lots of content. </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itle 20"/>
          <p:cNvSpPr>
            <a:spLocks noGrp="1"/>
          </p:cNvSpPr>
          <p:nvPr>
            <p:ph type="title"/>
          </p:nvPr>
        </p:nvSpPr>
        <p:spPr/>
        <p:txBody>
          <a:bodyPr/>
          <a:lstStyle/>
          <a:p>
            <a:r>
              <a:rPr lang="en-US" sz="4400" b="1"/>
              <a:t>Large Test Presentation - Slide 20</a:t>
            </a:r>
          </a:p>
        </p:txBody>
      </p:sp>
      <p:sp>
        <p:nvSpPr>
          <p:cNvPr id="3" name="Content 20"/>
          <p:cNvSpPr>
            <a:spLocks noGrp="1"/>
          </p:cNvSpPr>
          <p:nvPr>
            <p:ph type="body" idx="1"/>
          </p:nvPr>
        </p:nvSpPr>
        <p:spPr/>
        <p:txBody>
          <a:bodyPr/>
          <a:lstStyle/>
          <a:p>
            <a:r>
              <a:rPr lang="en-US"/>
              <a:t>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This is slide 20 with lots of content.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F79646"/>
      </a:accent2>
      <a:accent3>
        <a:srgbClr val="9BBB59"/>
      </a:accent3>
      <a:accent4>
        <a:srgbClr val="8064A2"/>
      </a:accent4>
      <a:accent5>
        <a:srgbClr val="4BACC6"/>
      </a:accent5>
      <a:accent6>
        <a:srgbClr val="F366A7"/>
      </a:accent6>
      <a:hlink>
        <a:srgbClr val="0000FF"/>
      </a:hlink>
      <a:folHlink>
        <a:srgbClr val="800080"/>
      </a:folHlink>
    </a:clrScheme>
    <a:fontScheme name="Office">
      <a:majorFont>
        <a:latin typeface="Calibri"/>
      </a:majorFont>
      <a:minorFont>
        <a:latin typeface="Calibri"/>
      </a:minorFont>
    </a:fontScheme>
    <a:fmtScheme name="Office">
      <a:fillStyleLst>
        <a:solidFill>
          <a:schemeClr val="phClr"/>
        </a:solidFill>
      </a:fillStyleLst>
      <a:lnStyleLst>
        <a:ln w="9525" cap="flat" cmpd="sng" algn="ctr">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Paragraphs>40</Paragraphs>
  <Words>2000</Words>
  <Characters>20000</Characters>
  <CharactersWithSpaces>22000</CharactersWithSpaces>
  <Lines>40</Lines>
  <Company>Test Company</Company>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Large Test Presentation</dc:title>
  <dc:creator>PowerPoint MCP Server Test</dc:creator>
  <cp:lastModifiedBy>Test</cp:lastModifiedBy>
  <cp:revision>1</cp:revision>
  <dcterms:created xsi:type="dcterms:W3CDTF">2024-01-01T12:00:00Z</dcterms:created>
  <dcterms:modified xsi:type="dcterms:W3CDTF">2024-01-01T12:00:00Z</dcterms:modified>
</cp:coreProperties>
</file>